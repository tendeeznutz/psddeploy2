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57" r:id="rId6"/>
    <p:sldId id="331" r:id="rId7"/>
    <p:sldId id="336" r:id="rId8"/>
    <p:sldId id="337" r:id="rId9"/>
    <p:sldId id="338" r:id="rId10"/>
    <p:sldId id="341" r:id="rId11"/>
    <p:sldId id="342" r:id="rId12"/>
    <p:sldId id="334" r:id="rId13"/>
    <p:sldId id="346" r:id="rId14"/>
    <p:sldId id="348" r:id="rId15"/>
    <p:sldId id="333" r:id="rId16"/>
    <p:sldId id="343" r:id="rId17"/>
    <p:sldId id="355" r:id="rId18"/>
    <p:sldId id="356" r:id="rId19"/>
    <p:sldId id="357" r:id="rId20"/>
    <p:sldId id="352" r:id="rId21"/>
    <p:sldId id="353" r:id="rId22"/>
    <p:sldId id="347" r:id="rId23"/>
    <p:sldId id="349" r:id="rId24"/>
    <p:sldId id="350" r:id="rId25"/>
    <p:sldId id="351" r:id="rId26"/>
    <p:sldId id="359" r:id="rId27"/>
    <p:sldId id="339" r:id="rId28"/>
    <p:sldId id="340" r:id="rId29"/>
    <p:sldId id="358" r:id="rId30"/>
    <p:sldId id="27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381F"/>
    <a:srgbClr val="C9211E"/>
    <a:srgbClr val="F05A43"/>
    <a:srgbClr val="0068FF"/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DEB92C-E68A-ACD2-5F07-7EEF20E5D4D8}" v="29" dt="2024-04-01T00:42:38.845"/>
    <p1510:client id="{540EB737-5F1C-A70A-CBF8-00355EDBFA4C}" v="10" dt="2024-04-01T00:47:39.857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AM HENG CHONG  TIMOTHY" userId="S::2201291@sit.singaporetech.edu.sg::67fae3e4-847a-4f7b-814d-9705d99839e2" providerId="AD" clId="Web-{1552731E-4C25-71A0-4850-978B08D63A26}"/>
    <pc:docChg chg="addSld modSld sldOrd">
      <pc:chgData name="NEAM HENG CHONG  TIMOTHY" userId="S::2201291@sit.singaporetech.edu.sg::67fae3e4-847a-4f7b-814d-9705d99839e2" providerId="AD" clId="Web-{1552731E-4C25-71A0-4850-978B08D63A26}" dt="2024-03-28T16:50:08.124" v="179" actId="14100"/>
      <pc:docMkLst>
        <pc:docMk/>
      </pc:docMkLst>
      <pc:sldChg chg="ord">
        <pc:chgData name="NEAM HENG CHONG  TIMOTHY" userId="S::2201291@sit.singaporetech.edu.sg::67fae3e4-847a-4f7b-814d-9705d99839e2" providerId="AD" clId="Web-{1552731E-4C25-71A0-4850-978B08D63A26}" dt="2024-03-28T16:03:00.177" v="0"/>
        <pc:sldMkLst>
          <pc:docMk/>
          <pc:sldMk cId="2882675959" sldId="333"/>
        </pc:sldMkLst>
      </pc:sldChg>
      <pc:sldChg chg="addSp delSp modSp mod modClrScheme chgLayout">
        <pc:chgData name="NEAM HENG CHONG  TIMOTHY" userId="S::2201291@sit.singaporetech.edu.sg::67fae3e4-847a-4f7b-814d-9705d99839e2" providerId="AD" clId="Web-{1552731E-4C25-71A0-4850-978B08D63A26}" dt="2024-03-28T16:23:13.184" v="93" actId="20577"/>
        <pc:sldMkLst>
          <pc:docMk/>
          <pc:sldMk cId="2960139510" sldId="336"/>
        </pc:sldMkLst>
        <pc:spChg chg="mod">
          <ac:chgData name="NEAM HENG CHONG  TIMOTHY" userId="S::2201291@sit.singaporetech.edu.sg::67fae3e4-847a-4f7b-814d-9705d99839e2" providerId="AD" clId="Web-{1552731E-4C25-71A0-4850-978B08D63A26}" dt="2024-03-28T16:10:17.995" v="53"/>
          <ac:spMkLst>
            <pc:docMk/>
            <pc:sldMk cId="2960139510" sldId="336"/>
            <ac:spMk id="2" creationId="{DEFB6131-5DB6-5201-2E27-04CD8CAAF1FD}"/>
          </ac:spMkLst>
        </pc:spChg>
        <pc:spChg chg="del ord">
          <ac:chgData name="NEAM HENG CHONG  TIMOTHY" userId="S::2201291@sit.singaporetech.edu.sg::67fae3e4-847a-4f7b-814d-9705d99839e2" providerId="AD" clId="Web-{1552731E-4C25-71A0-4850-978B08D63A26}" dt="2024-03-28T16:17:58.531" v="76"/>
          <ac:spMkLst>
            <pc:docMk/>
            <pc:sldMk cId="2960139510" sldId="336"/>
            <ac:spMk id="3" creationId="{2BC2A7A1-3B03-C53D-9FB2-5F663D5DC24B}"/>
          </ac:spMkLst>
        </pc:spChg>
        <pc:spChg chg="add mod">
          <ac:chgData name="NEAM HENG CHONG  TIMOTHY" userId="S::2201291@sit.singaporetech.edu.sg::67fae3e4-847a-4f7b-814d-9705d99839e2" providerId="AD" clId="Web-{1552731E-4C25-71A0-4850-978B08D63A26}" dt="2024-03-28T16:23:13.184" v="93" actId="20577"/>
          <ac:spMkLst>
            <pc:docMk/>
            <pc:sldMk cId="2960139510" sldId="336"/>
            <ac:spMk id="4" creationId="{36BCA2D3-6ABB-29BE-69BE-616F9BDD37E7}"/>
          </ac:spMkLst>
        </pc:spChg>
        <pc:spChg chg="add mod">
          <ac:chgData name="NEAM HENG CHONG  TIMOTHY" userId="S::2201291@sit.singaporetech.edu.sg::67fae3e4-847a-4f7b-814d-9705d99839e2" providerId="AD" clId="Web-{1552731E-4C25-71A0-4850-978B08D63A26}" dt="2024-03-28T16:10:17.995" v="53"/>
          <ac:spMkLst>
            <pc:docMk/>
            <pc:sldMk cId="2960139510" sldId="336"/>
            <ac:spMk id="9" creationId="{8F8E3D0A-91FD-8DCC-3BE5-22ABCC0403EB}"/>
          </ac:spMkLst>
        </pc:spChg>
        <pc:spChg chg="add mod">
          <ac:chgData name="NEAM HENG CHONG  TIMOTHY" userId="S::2201291@sit.singaporetech.edu.sg::67fae3e4-847a-4f7b-814d-9705d99839e2" providerId="AD" clId="Web-{1552731E-4C25-71A0-4850-978B08D63A26}" dt="2024-03-28T16:10:17.995" v="53"/>
          <ac:spMkLst>
            <pc:docMk/>
            <pc:sldMk cId="2960139510" sldId="336"/>
            <ac:spMk id="11" creationId="{AD989519-D714-3F84-A780-E5BFD22C56A0}"/>
          </ac:spMkLst>
        </pc:spChg>
      </pc:sldChg>
      <pc:sldChg chg="addSp delSp modSp mod modClrScheme chgLayout">
        <pc:chgData name="NEAM HENG CHONG  TIMOTHY" userId="S::2201291@sit.singaporetech.edu.sg::67fae3e4-847a-4f7b-814d-9705d99839e2" providerId="AD" clId="Web-{1552731E-4C25-71A0-4850-978B08D63A26}" dt="2024-03-28T16:14:25.460" v="71"/>
        <pc:sldMkLst>
          <pc:docMk/>
          <pc:sldMk cId="2604984644" sldId="337"/>
        </pc:sldMkLst>
        <pc:spChg chg="mod">
          <ac:chgData name="NEAM HENG CHONG  TIMOTHY" userId="S::2201291@sit.singaporetech.edu.sg::67fae3e4-847a-4f7b-814d-9705d99839e2" providerId="AD" clId="Web-{1552731E-4C25-71A0-4850-978B08D63A26}" dt="2024-03-28T16:13:27.005" v="67"/>
          <ac:spMkLst>
            <pc:docMk/>
            <pc:sldMk cId="2604984644" sldId="337"/>
            <ac:spMk id="2" creationId="{DEFB6131-5DB6-5201-2E27-04CD8CAAF1FD}"/>
          </ac:spMkLst>
        </pc:spChg>
        <pc:spChg chg="del mod">
          <ac:chgData name="NEAM HENG CHONG  TIMOTHY" userId="S::2201291@sit.singaporetech.edu.sg::67fae3e4-847a-4f7b-814d-9705d99839e2" providerId="AD" clId="Web-{1552731E-4C25-71A0-4850-978B08D63A26}" dt="2024-03-28T16:11:36.061" v="61"/>
          <ac:spMkLst>
            <pc:docMk/>
            <pc:sldMk cId="2604984644" sldId="337"/>
            <ac:spMk id="3" creationId="{2BC2A7A1-3B03-C53D-9FB2-5F663D5DC24B}"/>
          </ac:spMkLst>
        </pc:spChg>
        <pc:spChg chg="add mod">
          <ac:chgData name="NEAM HENG CHONG  TIMOTHY" userId="S::2201291@sit.singaporetech.edu.sg::67fae3e4-847a-4f7b-814d-9705d99839e2" providerId="AD" clId="Web-{1552731E-4C25-71A0-4850-978B08D63A26}" dt="2024-03-28T16:13:27.005" v="67"/>
          <ac:spMkLst>
            <pc:docMk/>
            <pc:sldMk cId="2604984644" sldId="337"/>
            <ac:spMk id="9" creationId="{20D3821D-F9E9-EDF4-899C-8B8A1A59689B}"/>
          </ac:spMkLst>
        </pc:spChg>
        <pc:spChg chg="add mod">
          <ac:chgData name="NEAM HENG CHONG  TIMOTHY" userId="S::2201291@sit.singaporetech.edu.sg::67fae3e4-847a-4f7b-814d-9705d99839e2" providerId="AD" clId="Web-{1552731E-4C25-71A0-4850-978B08D63A26}" dt="2024-03-28T16:13:27.005" v="67"/>
          <ac:spMkLst>
            <pc:docMk/>
            <pc:sldMk cId="2604984644" sldId="337"/>
            <ac:spMk id="11" creationId="{6DAC43F8-EC4C-D37C-7702-A5F08A36163A}"/>
          </ac:spMkLst>
        </pc:spChg>
        <pc:spChg chg="add del mod">
          <ac:chgData name="NEAM HENG CHONG  TIMOTHY" userId="S::2201291@sit.singaporetech.edu.sg::67fae3e4-847a-4f7b-814d-9705d99839e2" providerId="AD" clId="Web-{1552731E-4C25-71A0-4850-978B08D63A26}" dt="2024-03-28T16:13:27.005" v="67"/>
          <ac:spMkLst>
            <pc:docMk/>
            <pc:sldMk cId="2604984644" sldId="337"/>
            <ac:spMk id="17" creationId="{050ED1E1-CDBC-A2B0-06BB-A3177AA53FEA}"/>
          </ac:spMkLst>
        </pc:spChg>
        <pc:spChg chg="add del mod">
          <ac:chgData name="NEAM HENG CHONG  TIMOTHY" userId="S::2201291@sit.singaporetech.edu.sg::67fae3e4-847a-4f7b-814d-9705d99839e2" providerId="AD" clId="Web-{1552731E-4C25-71A0-4850-978B08D63A26}" dt="2024-03-28T16:14:25.460" v="71"/>
          <ac:spMkLst>
            <pc:docMk/>
            <pc:sldMk cId="2604984644" sldId="337"/>
            <ac:spMk id="29" creationId="{0A5656BE-5FB0-31FA-2371-E91141731FE1}"/>
          </ac:spMkLst>
        </pc:spChg>
        <pc:graphicFrameChg chg="add del">
          <ac:chgData name="NEAM HENG CHONG  TIMOTHY" userId="S::2201291@sit.singaporetech.edu.sg::67fae3e4-847a-4f7b-814d-9705d99839e2" providerId="AD" clId="Web-{1552731E-4C25-71A0-4850-978B08D63A26}" dt="2024-03-28T16:13:13.426" v="62"/>
          <ac:graphicFrameMkLst>
            <pc:docMk/>
            <pc:sldMk cId="2604984644" sldId="337"/>
            <ac:graphicFrameMk id="5" creationId="{8810F023-C053-BF6C-864E-AB8EB7684C06}"/>
          </ac:graphicFrameMkLst>
        </pc:graphicFrameChg>
        <pc:graphicFrameChg chg="add del">
          <ac:chgData name="NEAM HENG CHONG  TIMOTHY" userId="S::2201291@sit.singaporetech.edu.sg::67fae3e4-847a-4f7b-814d-9705d99839e2" providerId="AD" clId="Web-{1552731E-4C25-71A0-4850-978B08D63A26}" dt="2024-03-28T16:13:26.974" v="66"/>
          <ac:graphicFrameMkLst>
            <pc:docMk/>
            <pc:sldMk cId="2604984644" sldId="337"/>
            <ac:graphicFrameMk id="19" creationId="{D5C63D1B-B9FF-DE19-D48C-1F1242F54650}"/>
          </ac:graphicFrameMkLst>
        </pc:graphicFrameChg>
        <pc:graphicFrameChg chg="add del">
          <ac:chgData name="NEAM HENG CHONG  TIMOTHY" userId="S::2201291@sit.singaporetech.edu.sg::67fae3e4-847a-4f7b-814d-9705d99839e2" providerId="AD" clId="Web-{1552731E-4C25-71A0-4850-978B08D63A26}" dt="2024-03-28T16:14:18.757" v="68"/>
          <ac:graphicFrameMkLst>
            <pc:docMk/>
            <pc:sldMk cId="2604984644" sldId="337"/>
            <ac:graphicFrameMk id="21" creationId="{CCDA1670-35ED-332C-7635-20D31755D888}"/>
          </ac:graphicFrameMkLst>
        </pc:graphicFrameChg>
        <pc:graphicFrameChg chg="add">
          <ac:chgData name="NEAM HENG CHONG  TIMOTHY" userId="S::2201291@sit.singaporetech.edu.sg::67fae3e4-847a-4f7b-814d-9705d99839e2" providerId="AD" clId="Web-{1552731E-4C25-71A0-4850-978B08D63A26}" dt="2024-03-28T16:14:25.460" v="71"/>
          <ac:graphicFrameMkLst>
            <pc:docMk/>
            <pc:sldMk cId="2604984644" sldId="337"/>
            <ac:graphicFrameMk id="31" creationId="{36C00B04-56A9-9C6A-B54D-260F00E77AD3}"/>
          </ac:graphicFrameMkLst>
        </pc:graphicFrameChg>
      </pc:sldChg>
      <pc:sldChg chg="addSp modSp mod modClrScheme chgLayout">
        <pc:chgData name="NEAM HENG CHONG  TIMOTHY" userId="S::2201291@sit.singaporetech.edu.sg::67fae3e4-847a-4f7b-814d-9705d99839e2" providerId="AD" clId="Web-{1552731E-4C25-71A0-4850-978B08D63A26}" dt="2024-03-28T16:23:17.903" v="96"/>
        <pc:sldMkLst>
          <pc:docMk/>
          <pc:sldMk cId="1198218658" sldId="338"/>
        </pc:sldMkLst>
        <pc:spChg chg="mod">
          <ac:chgData name="NEAM HENG CHONG  TIMOTHY" userId="S::2201291@sit.singaporetech.edu.sg::67fae3e4-847a-4f7b-814d-9705d99839e2" providerId="AD" clId="Web-{1552731E-4C25-71A0-4850-978B08D63A26}" dt="2024-03-28T16:23:17.903" v="96"/>
          <ac:spMkLst>
            <pc:docMk/>
            <pc:sldMk cId="1198218658" sldId="338"/>
            <ac:spMk id="2" creationId="{DEFB6131-5DB6-5201-2E27-04CD8CAAF1FD}"/>
          </ac:spMkLst>
        </pc:spChg>
        <pc:spChg chg="ord">
          <ac:chgData name="NEAM HENG CHONG  TIMOTHY" userId="S::2201291@sit.singaporetech.edu.sg::67fae3e4-847a-4f7b-814d-9705d99839e2" providerId="AD" clId="Web-{1552731E-4C25-71A0-4850-978B08D63A26}" dt="2024-03-28T16:23:17.903" v="96"/>
          <ac:spMkLst>
            <pc:docMk/>
            <pc:sldMk cId="1198218658" sldId="338"/>
            <ac:spMk id="3" creationId="{2BC2A7A1-3B03-C53D-9FB2-5F663D5DC24B}"/>
          </ac:spMkLst>
        </pc:spChg>
        <pc:spChg chg="add mod">
          <ac:chgData name="NEAM HENG CHONG  TIMOTHY" userId="S::2201291@sit.singaporetech.edu.sg::67fae3e4-847a-4f7b-814d-9705d99839e2" providerId="AD" clId="Web-{1552731E-4C25-71A0-4850-978B08D63A26}" dt="2024-03-28T16:23:17.903" v="96"/>
          <ac:spMkLst>
            <pc:docMk/>
            <pc:sldMk cId="1198218658" sldId="338"/>
            <ac:spMk id="4" creationId="{1E82951C-1F7E-074C-D2C6-4E505F9A863D}"/>
          </ac:spMkLst>
        </pc:spChg>
        <pc:spChg chg="add mod">
          <ac:chgData name="NEAM HENG CHONG  TIMOTHY" userId="S::2201291@sit.singaporetech.edu.sg::67fae3e4-847a-4f7b-814d-9705d99839e2" providerId="AD" clId="Web-{1552731E-4C25-71A0-4850-978B08D63A26}" dt="2024-03-28T16:23:17.903" v="96"/>
          <ac:spMkLst>
            <pc:docMk/>
            <pc:sldMk cId="1198218658" sldId="338"/>
            <ac:spMk id="9" creationId="{6E72AF1C-70C7-696C-8CCF-F77E738E6913}"/>
          </ac:spMkLst>
        </pc:spChg>
        <pc:spChg chg="add mod">
          <ac:chgData name="NEAM HENG CHONG  TIMOTHY" userId="S::2201291@sit.singaporetech.edu.sg::67fae3e4-847a-4f7b-814d-9705d99839e2" providerId="AD" clId="Web-{1552731E-4C25-71A0-4850-978B08D63A26}" dt="2024-03-28T16:23:17.903" v="96"/>
          <ac:spMkLst>
            <pc:docMk/>
            <pc:sldMk cId="1198218658" sldId="338"/>
            <ac:spMk id="11" creationId="{5704DAFB-1B63-00F3-77FB-1778922E10AC}"/>
          </ac:spMkLst>
        </pc:spChg>
      </pc:sldChg>
      <pc:sldChg chg="addSp delSp modSp mod modClrScheme chgLayout">
        <pc:chgData name="NEAM HENG CHONG  TIMOTHY" userId="S::2201291@sit.singaporetech.edu.sg::67fae3e4-847a-4f7b-814d-9705d99839e2" providerId="AD" clId="Web-{1552731E-4C25-71A0-4850-978B08D63A26}" dt="2024-03-28T16:50:08.124" v="179" actId="14100"/>
        <pc:sldMkLst>
          <pc:docMk/>
          <pc:sldMk cId="922361548" sldId="342"/>
        </pc:sldMkLst>
        <pc:spChg chg="mod">
          <ac:chgData name="NEAM HENG CHONG  TIMOTHY" userId="S::2201291@sit.singaporetech.edu.sg::67fae3e4-847a-4f7b-814d-9705d99839e2" providerId="AD" clId="Web-{1552731E-4C25-71A0-4850-978B08D63A26}" dt="2024-03-28T16:50:08.124" v="179" actId="14100"/>
          <ac:spMkLst>
            <pc:docMk/>
            <pc:sldMk cId="922361548" sldId="342"/>
            <ac:spMk id="2" creationId="{DEFB6131-5DB6-5201-2E27-04CD8CAAF1FD}"/>
          </ac:spMkLst>
        </pc:spChg>
        <pc:spChg chg="del mod ord">
          <ac:chgData name="NEAM HENG CHONG  TIMOTHY" userId="S::2201291@sit.singaporetech.edu.sg::67fae3e4-847a-4f7b-814d-9705d99839e2" providerId="AD" clId="Web-{1552731E-4C25-71A0-4850-978B08D63A26}" dt="2024-03-28T16:48:49.558" v="122"/>
          <ac:spMkLst>
            <pc:docMk/>
            <pc:sldMk cId="922361548" sldId="342"/>
            <ac:spMk id="3" creationId="{2BC2A7A1-3B03-C53D-9FB2-5F663D5DC24B}"/>
          </ac:spMkLst>
        </pc:spChg>
        <pc:spChg chg="add mod">
          <ac:chgData name="NEAM HENG CHONG  TIMOTHY" userId="S::2201291@sit.singaporetech.edu.sg::67fae3e4-847a-4f7b-814d-9705d99839e2" providerId="AD" clId="Web-{1552731E-4C25-71A0-4850-978B08D63A26}" dt="2024-03-28T16:50:02.733" v="178" actId="20577"/>
          <ac:spMkLst>
            <pc:docMk/>
            <pc:sldMk cId="922361548" sldId="342"/>
            <ac:spMk id="4" creationId="{3EE666EA-4AE3-32DA-14B2-13FFBE40EB11}"/>
          </ac:spMkLst>
        </pc:spChg>
        <pc:spChg chg="add mod">
          <ac:chgData name="NEAM HENG CHONG  TIMOTHY" userId="S::2201291@sit.singaporetech.edu.sg::67fae3e4-847a-4f7b-814d-9705d99839e2" providerId="AD" clId="Web-{1552731E-4C25-71A0-4850-978B08D63A26}" dt="2024-03-28T16:48:44.651" v="119"/>
          <ac:spMkLst>
            <pc:docMk/>
            <pc:sldMk cId="922361548" sldId="342"/>
            <ac:spMk id="9" creationId="{9D3EF026-DED6-DA64-4C5B-5B9A74DCA216}"/>
          </ac:spMkLst>
        </pc:spChg>
        <pc:spChg chg="add mod">
          <ac:chgData name="NEAM HENG CHONG  TIMOTHY" userId="S::2201291@sit.singaporetech.edu.sg::67fae3e4-847a-4f7b-814d-9705d99839e2" providerId="AD" clId="Web-{1552731E-4C25-71A0-4850-978B08D63A26}" dt="2024-03-28T16:48:44.651" v="119"/>
          <ac:spMkLst>
            <pc:docMk/>
            <pc:sldMk cId="922361548" sldId="342"/>
            <ac:spMk id="11" creationId="{070AAC45-1C32-5E33-B8DC-04E0EE732680}"/>
          </ac:spMkLst>
        </pc:spChg>
      </pc:sldChg>
      <pc:sldChg chg="addSp delSp modSp add mod replId modClrScheme chgLayout">
        <pc:chgData name="NEAM HENG CHONG  TIMOTHY" userId="S::2201291@sit.singaporetech.edu.sg::67fae3e4-847a-4f7b-814d-9705d99839e2" providerId="AD" clId="Web-{1552731E-4C25-71A0-4850-978B08D63A26}" dt="2024-03-28T16:37:05.436" v="104"/>
        <pc:sldMkLst>
          <pc:docMk/>
          <pc:sldMk cId="3813497245" sldId="343"/>
        </pc:sldMkLst>
        <pc:spChg chg="mod">
          <ac:chgData name="NEAM HENG CHONG  TIMOTHY" userId="S::2201291@sit.singaporetech.edu.sg::67fae3e4-847a-4f7b-814d-9705d99839e2" providerId="AD" clId="Web-{1552731E-4C25-71A0-4850-978B08D63A26}" dt="2024-03-28T16:36:57.748" v="101"/>
          <ac:spMkLst>
            <pc:docMk/>
            <pc:sldMk cId="3813497245" sldId="343"/>
            <ac:spMk id="2" creationId="{DEFB6131-5DB6-5201-2E27-04CD8CAAF1FD}"/>
          </ac:spMkLst>
        </pc:spChg>
        <pc:spChg chg="del">
          <ac:chgData name="NEAM HENG CHONG  TIMOTHY" userId="S::2201291@sit.singaporetech.edu.sg::67fae3e4-847a-4f7b-814d-9705d99839e2" providerId="AD" clId="Web-{1552731E-4C25-71A0-4850-978B08D63A26}" dt="2024-03-28T16:03:08.880" v="3"/>
          <ac:spMkLst>
            <pc:docMk/>
            <pc:sldMk cId="3813497245" sldId="343"/>
            <ac:spMk id="3" creationId="{1E29D8E0-F6BA-B3B0-872A-68A44A459065}"/>
          </ac:spMkLst>
        </pc:spChg>
        <pc:spChg chg="add del mod">
          <ac:chgData name="NEAM HENG CHONG  TIMOTHY" userId="S::2201291@sit.singaporetech.edu.sg::67fae3e4-847a-4f7b-814d-9705d99839e2" providerId="AD" clId="Web-{1552731E-4C25-71A0-4850-978B08D63A26}" dt="2024-03-28T16:03:34.913" v="12"/>
          <ac:spMkLst>
            <pc:docMk/>
            <pc:sldMk cId="3813497245" sldId="343"/>
            <ac:spMk id="10" creationId="{9301B76B-D14D-A89E-ED6A-29A9265C03F4}"/>
          </ac:spMkLst>
        </pc:spChg>
        <pc:spChg chg="add del mod">
          <ac:chgData name="NEAM HENG CHONG  TIMOTHY" userId="S::2201291@sit.singaporetech.edu.sg::67fae3e4-847a-4f7b-814d-9705d99839e2" providerId="AD" clId="Web-{1552731E-4C25-71A0-4850-978B08D63A26}" dt="2024-03-28T16:03:34.913" v="12"/>
          <ac:spMkLst>
            <pc:docMk/>
            <pc:sldMk cId="3813497245" sldId="343"/>
            <ac:spMk id="12" creationId="{AC46B3D2-404B-890D-C201-7C75491EC356}"/>
          </ac:spMkLst>
        </pc:spChg>
        <pc:spChg chg="add del mod">
          <ac:chgData name="NEAM HENG CHONG  TIMOTHY" userId="S::2201291@sit.singaporetech.edu.sg::67fae3e4-847a-4f7b-814d-9705d99839e2" providerId="AD" clId="Web-{1552731E-4C25-71A0-4850-978B08D63A26}" dt="2024-03-28T16:03:42.991" v="17"/>
          <ac:spMkLst>
            <pc:docMk/>
            <pc:sldMk cId="3813497245" sldId="343"/>
            <ac:spMk id="14" creationId="{FB4E3F1A-72E8-CBB2-FCE7-4694CAD2E375}"/>
          </ac:spMkLst>
        </pc:spChg>
        <pc:spChg chg="add mod ord">
          <ac:chgData name="NEAM HENG CHONG  TIMOTHY" userId="S::2201291@sit.singaporetech.edu.sg::67fae3e4-847a-4f7b-814d-9705d99839e2" providerId="AD" clId="Web-{1552731E-4C25-71A0-4850-978B08D63A26}" dt="2024-03-28T16:36:57.748" v="101"/>
          <ac:spMkLst>
            <pc:docMk/>
            <pc:sldMk cId="3813497245" sldId="343"/>
            <ac:spMk id="15" creationId="{F228458C-A43F-D27F-E872-53AFBBCB84EE}"/>
          </ac:spMkLst>
        </pc:spChg>
        <pc:spChg chg="add del mod">
          <ac:chgData name="NEAM HENG CHONG  TIMOTHY" userId="S::2201291@sit.singaporetech.edu.sg::67fae3e4-847a-4f7b-814d-9705d99839e2" providerId="AD" clId="Web-{1552731E-4C25-71A0-4850-978B08D63A26}" dt="2024-03-28T16:37:05.436" v="104"/>
          <ac:spMkLst>
            <pc:docMk/>
            <pc:sldMk cId="3813497245" sldId="343"/>
            <ac:spMk id="17" creationId="{AAE8F55F-674C-A7B2-6285-5633FEB37AE1}"/>
          </ac:spMkLst>
        </pc:spChg>
        <pc:spChg chg="add del mod">
          <ac:chgData name="NEAM HENG CHONG  TIMOTHY" userId="S::2201291@sit.singaporetech.edu.sg::67fae3e4-847a-4f7b-814d-9705d99839e2" providerId="AD" clId="Web-{1552731E-4C25-71A0-4850-978B08D63A26}" dt="2024-03-28T16:07:33.797" v="36"/>
          <ac:spMkLst>
            <pc:docMk/>
            <pc:sldMk cId="3813497245" sldId="343"/>
            <ac:spMk id="20" creationId="{55A5C12A-0D0B-3E01-A4BC-33D8495E7B09}"/>
          </ac:spMkLst>
        </pc:spChg>
        <pc:picChg chg="add del mod">
          <ac:chgData name="NEAM HENG CHONG  TIMOTHY" userId="S::2201291@sit.singaporetech.edu.sg::67fae3e4-847a-4f7b-814d-9705d99839e2" providerId="AD" clId="Web-{1552731E-4C25-71A0-4850-978B08D63A26}" dt="2024-03-28T16:03:23.928" v="9"/>
          <ac:picMkLst>
            <pc:docMk/>
            <pc:sldMk cId="3813497245" sldId="343"/>
            <ac:picMk id="4" creationId="{16801037-3036-3AE5-4722-65BED17035B4}"/>
          </ac:picMkLst>
        </pc:picChg>
        <pc:picChg chg="add del mod">
          <ac:chgData name="NEAM HENG CHONG  TIMOTHY" userId="S::2201291@sit.singaporetech.edu.sg::67fae3e4-847a-4f7b-814d-9705d99839e2" providerId="AD" clId="Web-{1552731E-4C25-71A0-4850-978B08D63A26}" dt="2024-03-28T16:07:08.234" v="30"/>
          <ac:picMkLst>
            <pc:docMk/>
            <pc:sldMk cId="3813497245" sldId="343"/>
            <ac:picMk id="5" creationId="{7ECC122D-332F-4DDC-A7B1-BE8A413C2F5D}"/>
          </ac:picMkLst>
        </pc:picChg>
        <pc:picChg chg="add del mod">
          <ac:chgData name="NEAM HENG CHONG  TIMOTHY" userId="S::2201291@sit.singaporetech.edu.sg::67fae3e4-847a-4f7b-814d-9705d99839e2" providerId="AD" clId="Web-{1552731E-4C25-71A0-4850-978B08D63A26}" dt="2024-03-28T16:09:45.790" v="45"/>
          <ac:picMkLst>
            <pc:docMk/>
            <pc:sldMk cId="3813497245" sldId="343"/>
            <ac:picMk id="6" creationId="{775A07B5-4EA5-15F4-768D-914633DB7F38}"/>
          </ac:picMkLst>
        </pc:picChg>
        <pc:picChg chg="add del mod">
          <ac:chgData name="NEAM HENG CHONG  TIMOTHY" userId="S::2201291@sit.singaporetech.edu.sg::67fae3e4-847a-4f7b-814d-9705d99839e2" providerId="AD" clId="Web-{1552731E-4C25-71A0-4850-978B08D63A26}" dt="2024-03-28T16:36:15.887" v="98"/>
          <ac:picMkLst>
            <pc:docMk/>
            <pc:sldMk cId="3813497245" sldId="343"/>
            <ac:picMk id="7" creationId="{CCDD2B12-9379-16BB-0010-24C1ED31B2A8}"/>
          </ac:picMkLst>
        </pc:picChg>
        <pc:picChg chg="add mod">
          <ac:chgData name="NEAM HENG CHONG  TIMOTHY" userId="S::2201291@sit.singaporetech.edu.sg::67fae3e4-847a-4f7b-814d-9705d99839e2" providerId="AD" clId="Web-{1552731E-4C25-71A0-4850-978B08D63A26}" dt="2024-03-28T16:37:04.139" v="103" actId="14100"/>
          <ac:picMkLst>
            <pc:docMk/>
            <pc:sldMk cId="3813497245" sldId="343"/>
            <ac:picMk id="8" creationId="{192D5667-4C76-3092-D4AF-C5C6C821089C}"/>
          </ac:picMkLst>
        </pc:picChg>
      </pc:sldChg>
    </pc:docChg>
  </pc:docChgLst>
  <pc:docChgLst>
    <pc:chgData name="LEE ZHENG HAN" userId="S::2201085@sit.singaporetech.edu.sg::e7f7cb89-b9d1-41fe-bfe1-e92f680dc436" providerId="AD" clId="Web-{B83BA2AD-EC56-3DA3-8B4F-BE32CA5C8D10}"/>
    <pc:docChg chg="modSld">
      <pc:chgData name="LEE ZHENG HAN" userId="S::2201085@sit.singaporetech.edu.sg::e7f7cb89-b9d1-41fe-bfe1-e92f680dc436" providerId="AD" clId="Web-{B83BA2AD-EC56-3DA3-8B4F-BE32CA5C8D10}" dt="2024-01-12T01:57:17.037" v="53"/>
      <pc:docMkLst>
        <pc:docMk/>
      </pc:docMkLst>
      <pc:sldChg chg="modSp">
        <pc:chgData name="LEE ZHENG HAN" userId="S::2201085@sit.singaporetech.edu.sg::e7f7cb89-b9d1-41fe-bfe1-e92f680dc436" providerId="AD" clId="Web-{B83BA2AD-EC56-3DA3-8B4F-BE32CA5C8D10}" dt="2024-01-12T01:57:17.037" v="53"/>
        <pc:sldMkLst>
          <pc:docMk/>
          <pc:sldMk cId="1325608595" sldId="257"/>
        </pc:sldMkLst>
        <pc:graphicFrameChg chg="mod modGraphic">
          <ac:chgData name="LEE ZHENG HAN" userId="S::2201085@sit.singaporetech.edu.sg::e7f7cb89-b9d1-41fe-bfe1-e92f680dc436" providerId="AD" clId="Web-{B83BA2AD-EC56-3DA3-8B4F-BE32CA5C8D10}" dt="2024-01-12T01:57:17.037" v="53"/>
          <ac:graphicFrameMkLst>
            <pc:docMk/>
            <pc:sldMk cId="1325608595" sldId="257"/>
            <ac:graphicFrameMk id="8" creationId="{3E220B6F-9B14-4BB3-9372-51092B50EB8D}"/>
          </ac:graphicFrameMkLst>
        </pc:graphicFrameChg>
      </pc:sldChg>
    </pc:docChg>
  </pc:docChgLst>
  <pc:docChgLst>
    <pc:chgData name="NEAM HENG CHONG  TIMOTHY" userId="S::2201291@sit.singaporetech.edu.sg::67fae3e4-847a-4f7b-814d-9705d99839e2" providerId="AD" clId="Web-{4E0513C0-6BD6-7AE9-0CD3-2C359DEC60D7}"/>
    <pc:docChg chg="addSld delSld modSld sldOrd">
      <pc:chgData name="NEAM HENG CHONG  TIMOTHY" userId="S::2201291@sit.singaporetech.edu.sg::67fae3e4-847a-4f7b-814d-9705d99839e2" providerId="AD" clId="Web-{4E0513C0-6BD6-7AE9-0CD3-2C359DEC60D7}" dt="2024-03-22T12:13:19.186" v="138"/>
      <pc:docMkLst>
        <pc:docMk/>
      </pc:docMkLst>
      <pc:sldChg chg="modSp">
        <pc:chgData name="NEAM HENG CHONG  TIMOTHY" userId="S::2201291@sit.singaporetech.edu.sg::67fae3e4-847a-4f7b-814d-9705d99839e2" providerId="AD" clId="Web-{4E0513C0-6BD6-7AE9-0CD3-2C359DEC60D7}" dt="2024-03-22T12:13:05.592" v="133"/>
        <pc:sldMkLst>
          <pc:docMk/>
          <pc:sldMk cId="1325608595" sldId="257"/>
        </pc:sldMkLst>
        <pc:graphicFrameChg chg="mod modGraphic">
          <ac:chgData name="NEAM HENG CHONG  TIMOTHY" userId="S::2201291@sit.singaporetech.edu.sg::67fae3e4-847a-4f7b-814d-9705d99839e2" providerId="AD" clId="Web-{4E0513C0-6BD6-7AE9-0CD3-2C359DEC60D7}" dt="2024-03-22T12:13:05.592" v="133"/>
          <ac:graphicFrameMkLst>
            <pc:docMk/>
            <pc:sldMk cId="1325608595" sldId="257"/>
            <ac:graphicFrameMk id="8" creationId="{3E220B6F-9B14-4BB3-9372-51092B50EB8D}"/>
          </ac:graphicFrameMkLst>
        </pc:graphicFrameChg>
      </pc:sldChg>
      <pc:sldChg chg="modSp add">
        <pc:chgData name="NEAM HENG CHONG  TIMOTHY" userId="S::2201291@sit.singaporetech.edu.sg::67fae3e4-847a-4f7b-814d-9705d99839e2" providerId="AD" clId="Web-{4E0513C0-6BD6-7AE9-0CD3-2C359DEC60D7}" dt="2024-03-22T11:58:02.758" v="30" actId="20577"/>
        <pc:sldMkLst>
          <pc:docMk/>
          <pc:sldMk cId="2915819018" sldId="331"/>
        </pc:sldMkLst>
        <pc:spChg chg="mod">
          <ac:chgData name="NEAM HENG CHONG  TIMOTHY" userId="S::2201291@sit.singaporetech.edu.sg::67fae3e4-847a-4f7b-814d-9705d99839e2" providerId="AD" clId="Web-{4E0513C0-6BD6-7AE9-0CD3-2C359DEC60D7}" dt="2024-03-22T11:58:02.758" v="30" actId="20577"/>
          <ac:spMkLst>
            <pc:docMk/>
            <pc:sldMk cId="2915819018" sldId="331"/>
            <ac:spMk id="2" creationId="{26F8BB19-A842-3065-DFE3-D7100864FA32}"/>
          </ac:spMkLst>
        </pc:spChg>
      </pc:sldChg>
      <pc:sldChg chg="addSp modSp add">
        <pc:chgData name="NEAM HENG CHONG  TIMOTHY" userId="S::2201291@sit.singaporetech.edu.sg::67fae3e4-847a-4f7b-814d-9705d99839e2" providerId="AD" clId="Web-{4E0513C0-6BD6-7AE9-0CD3-2C359DEC60D7}" dt="2024-03-22T12:04:42.073" v="99" actId="20577"/>
        <pc:sldMkLst>
          <pc:docMk/>
          <pc:sldMk cId="2882675959" sldId="333"/>
        </pc:sldMkLst>
        <pc:spChg chg="mod">
          <ac:chgData name="NEAM HENG CHONG  TIMOTHY" userId="S::2201291@sit.singaporetech.edu.sg::67fae3e4-847a-4f7b-814d-9705d99839e2" providerId="AD" clId="Web-{4E0513C0-6BD6-7AE9-0CD3-2C359DEC60D7}" dt="2024-03-22T12:03:03.041" v="64" actId="20577"/>
          <ac:spMkLst>
            <pc:docMk/>
            <pc:sldMk cId="2882675959" sldId="333"/>
            <ac:spMk id="2" creationId="{DEFB6131-5DB6-5201-2E27-04CD8CAAF1FD}"/>
          </ac:spMkLst>
        </pc:spChg>
        <pc:spChg chg="add mod">
          <ac:chgData name="NEAM HENG CHONG  TIMOTHY" userId="S::2201291@sit.singaporetech.edu.sg::67fae3e4-847a-4f7b-814d-9705d99839e2" providerId="AD" clId="Web-{4E0513C0-6BD6-7AE9-0CD3-2C359DEC60D7}" dt="2024-03-22T12:04:42.073" v="99" actId="20577"/>
          <ac:spMkLst>
            <pc:docMk/>
            <pc:sldMk cId="2882675959" sldId="333"/>
            <ac:spMk id="3" creationId="{1E29D8E0-F6BA-B3B0-872A-68A44A459065}"/>
          </ac:spMkLst>
        </pc:spChg>
      </pc:sldChg>
    </pc:docChg>
  </pc:docChgLst>
  <pc:docChgLst>
    <pc:chgData name="NEAM HENG CHONG  TIMOTHY" userId="S::2201291@sit.singaporetech.edu.sg::67fae3e4-847a-4f7b-814d-9705d99839e2" providerId="AD" clId="Web-{D4DFD0E2-2806-1085-495E-FCE24CDEB7BF}"/>
    <pc:docChg chg="addSld modSld">
      <pc:chgData name="NEAM HENG CHONG  TIMOTHY" userId="S::2201291@sit.singaporetech.edu.sg::67fae3e4-847a-4f7b-814d-9705d99839e2" providerId="AD" clId="Web-{D4DFD0E2-2806-1085-495E-FCE24CDEB7BF}" dt="2024-03-24T05:15:35.904" v="4" actId="20577"/>
      <pc:docMkLst>
        <pc:docMk/>
      </pc:docMkLst>
      <pc:sldChg chg="modSp add replId">
        <pc:chgData name="NEAM HENG CHONG  TIMOTHY" userId="S::2201291@sit.singaporetech.edu.sg::67fae3e4-847a-4f7b-814d-9705d99839e2" providerId="AD" clId="Web-{D4DFD0E2-2806-1085-495E-FCE24CDEB7BF}" dt="2024-03-24T05:15:35.904" v="4" actId="20577"/>
        <pc:sldMkLst>
          <pc:docMk/>
          <pc:sldMk cId="1198218658" sldId="338"/>
        </pc:sldMkLst>
        <pc:spChg chg="mod">
          <ac:chgData name="NEAM HENG CHONG  TIMOTHY" userId="S::2201291@sit.singaporetech.edu.sg::67fae3e4-847a-4f7b-814d-9705d99839e2" providerId="AD" clId="Web-{D4DFD0E2-2806-1085-495E-FCE24CDEB7BF}" dt="2024-03-24T05:15:35.904" v="4" actId="20577"/>
          <ac:spMkLst>
            <pc:docMk/>
            <pc:sldMk cId="1198218658" sldId="338"/>
            <ac:spMk id="2" creationId="{DEFB6131-5DB6-5201-2E27-04CD8CAAF1FD}"/>
          </ac:spMkLst>
        </pc:spChg>
      </pc:sldChg>
    </pc:docChg>
  </pc:docChgLst>
  <pc:docChgLst>
    <pc:chgData name="NEAM HENG CHONG  TIMOTHY" userId="S::2201291@sit.singaporetech.edu.sg::67fae3e4-847a-4f7b-814d-9705d99839e2" providerId="AD" clId="Web-{AD6B8997-7CC0-64AA-E6CB-6E9E81A727FF}"/>
    <pc:docChg chg="addSld delSld modSld">
      <pc:chgData name="NEAM HENG CHONG  TIMOTHY" userId="S::2201291@sit.singaporetech.edu.sg::67fae3e4-847a-4f7b-814d-9705d99839e2" providerId="AD" clId="Web-{AD6B8997-7CC0-64AA-E6CB-6E9E81A727FF}" dt="2024-03-24T05:19:48.614" v="34"/>
      <pc:docMkLst>
        <pc:docMk/>
      </pc:docMkLst>
      <pc:sldChg chg="modSp">
        <pc:chgData name="NEAM HENG CHONG  TIMOTHY" userId="S::2201291@sit.singaporetech.edu.sg::67fae3e4-847a-4f7b-814d-9705d99839e2" providerId="AD" clId="Web-{AD6B8997-7CC0-64AA-E6CB-6E9E81A727FF}" dt="2024-03-24T05:18:31.301" v="3" actId="20577"/>
        <pc:sldMkLst>
          <pc:docMk/>
          <pc:sldMk cId="2259308896" sldId="256"/>
        </pc:sldMkLst>
        <pc:spChg chg="mod">
          <ac:chgData name="NEAM HENG CHONG  TIMOTHY" userId="S::2201291@sit.singaporetech.edu.sg::67fae3e4-847a-4f7b-814d-9705d99839e2" providerId="AD" clId="Web-{AD6B8997-7CC0-64AA-E6CB-6E9E81A727FF}" dt="2024-03-24T05:18:31.301" v="3" actId="20577"/>
          <ac:spMkLst>
            <pc:docMk/>
            <pc:sldMk cId="2259308896" sldId="256"/>
            <ac:spMk id="2" creationId="{51DF3D98-3C30-4CFC-8643-C81E829C8C25}"/>
          </ac:spMkLst>
        </pc:spChg>
      </pc:sldChg>
      <pc:sldChg chg="modSp add replId">
        <pc:chgData name="NEAM HENG CHONG  TIMOTHY" userId="S::2201291@sit.singaporetech.edu.sg::67fae3e4-847a-4f7b-814d-9705d99839e2" providerId="AD" clId="Web-{AD6B8997-7CC0-64AA-E6CB-6E9E81A727FF}" dt="2024-03-24T05:18:49.348" v="8" actId="20577"/>
        <pc:sldMkLst>
          <pc:docMk/>
          <pc:sldMk cId="2843748081" sldId="339"/>
        </pc:sldMkLst>
        <pc:spChg chg="mod">
          <ac:chgData name="NEAM HENG CHONG  TIMOTHY" userId="S::2201291@sit.singaporetech.edu.sg::67fae3e4-847a-4f7b-814d-9705d99839e2" providerId="AD" clId="Web-{AD6B8997-7CC0-64AA-E6CB-6E9E81A727FF}" dt="2024-03-24T05:18:49.348" v="8" actId="20577"/>
          <ac:spMkLst>
            <pc:docMk/>
            <pc:sldMk cId="2843748081" sldId="339"/>
            <ac:spMk id="2" creationId="{26F8BB19-A842-3065-DFE3-D7100864FA32}"/>
          </ac:spMkLst>
        </pc:spChg>
      </pc:sldChg>
      <pc:sldChg chg="modSp add replId">
        <pc:chgData name="NEAM HENG CHONG  TIMOTHY" userId="S::2201291@sit.singaporetech.edu.sg::67fae3e4-847a-4f7b-814d-9705d99839e2" providerId="AD" clId="Web-{AD6B8997-7CC0-64AA-E6CB-6E9E81A727FF}" dt="2024-03-24T05:18:56.067" v="11" actId="20577"/>
        <pc:sldMkLst>
          <pc:docMk/>
          <pc:sldMk cId="2719793140" sldId="340"/>
        </pc:sldMkLst>
        <pc:spChg chg="mod">
          <ac:chgData name="NEAM HENG CHONG  TIMOTHY" userId="S::2201291@sit.singaporetech.edu.sg::67fae3e4-847a-4f7b-814d-9705d99839e2" providerId="AD" clId="Web-{AD6B8997-7CC0-64AA-E6CB-6E9E81A727FF}" dt="2024-03-24T05:18:56.067" v="11" actId="20577"/>
          <ac:spMkLst>
            <pc:docMk/>
            <pc:sldMk cId="2719793140" sldId="340"/>
            <ac:spMk id="2" creationId="{DEFB6131-5DB6-5201-2E27-04CD8CAAF1FD}"/>
          </ac:spMkLst>
        </pc:spChg>
      </pc:sldChg>
      <pc:sldChg chg="modSp add replId">
        <pc:chgData name="NEAM HENG CHONG  TIMOTHY" userId="S::2201291@sit.singaporetech.edu.sg::67fae3e4-847a-4f7b-814d-9705d99839e2" providerId="AD" clId="Web-{AD6B8997-7CC0-64AA-E6CB-6E9E81A727FF}" dt="2024-03-24T05:19:17.723" v="21" actId="20577"/>
        <pc:sldMkLst>
          <pc:docMk/>
          <pc:sldMk cId="2350822612" sldId="341"/>
        </pc:sldMkLst>
        <pc:spChg chg="mod">
          <ac:chgData name="NEAM HENG CHONG  TIMOTHY" userId="S::2201291@sit.singaporetech.edu.sg::67fae3e4-847a-4f7b-814d-9705d99839e2" providerId="AD" clId="Web-{AD6B8997-7CC0-64AA-E6CB-6E9E81A727FF}" dt="2024-03-24T05:19:17.723" v="21" actId="20577"/>
          <ac:spMkLst>
            <pc:docMk/>
            <pc:sldMk cId="2350822612" sldId="341"/>
            <ac:spMk id="2" creationId="{26F8BB19-A842-3065-DFE3-D7100864FA32}"/>
          </ac:spMkLst>
        </pc:spChg>
      </pc:sldChg>
      <pc:sldChg chg="modSp add replId">
        <pc:chgData name="NEAM HENG CHONG  TIMOTHY" userId="S::2201291@sit.singaporetech.edu.sg::67fae3e4-847a-4f7b-814d-9705d99839e2" providerId="AD" clId="Web-{AD6B8997-7CC0-64AA-E6CB-6E9E81A727FF}" dt="2024-03-24T05:19:26.473" v="28" actId="20577"/>
        <pc:sldMkLst>
          <pc:docMk/>
          <pc:sldMk cId="922361548" sldId="342"/>
        </pc:sldMkLst>
        <pc:spChg chg="mod">
          <ac:chgData name="NEAM HENG CHONG  TIMOTHY" userId="S::2201291@sit.singaporetech.edu.sg::67fae3e4-847a-4f7b-814d-9705d99839e2" providerId="AD" clId="Web-{AD6B8997-7CC0-64AA-E6CB-6E9E81A727FF}" dt="2024-03-24T05:19:26.473" v="28" actId="20577"/>
          <ac:spMkLst>
            <pc:docMk/>
            <pc:sldMk cId="922361548" sldId="342"/>
            <ac:spMk id="2" creationId="{DEFB6131-5DB6-5201-2E27-04CD8CAAF1FD}"/>
          </ac:spMkLst>
        </pc:spChg>
      </pc:sldChg>
    </pc:docChg>
  </pc:docChgLst>
  <pc:docChgLst>
    <pc:chgData name="WANG RONGQI RICHIE" userId="073f28f4-8346-4411-a99e-88921d9e0c4a" providerId="ADAL" clId="{E542D23E-2ABF-5D44-946E-4E33A560A478}"/>
    <pc:docChg chg="modSld">
      <pc:chgData name="WANG RONGQI RICHIE" userId="073f28f4-8346-4411-a99e-88921d9e0c4a" providerId="ADAL" clId="{E542D23E-2ABF-5D44-946E-4E33A560A478}" dt="2024-03-08T02:17:31.803" v="61" actId="20577"/>
      <pc:docMkLst>
        <pc:docMk/>
      </pc:docMkLst>
    </pc:docChg>
  </pc:docChgLst>
  <pc:docChgLst>
    <pc:chgData name="LEE ZHENG HAN" userId="S::2201085@sit.singaporetech.edu.sg::e7f7cb89-b9d1-41fe-bfe1-e92f680dc436" providerId="AD" clId="Web-{0D5D8BD6-3A76-78E2-B883-7385F404F158}"/>
    <pc:docChg chg="addSld modSld">
      <pc:chgData name="LEE ZHENG HAN" userId="S::2201085@sit.singaporetech.edu.sg::e7f7cb89-b9d1-41fe-bfe1-e92f680dc436" providerId="AD" clId="Web-{0D5D8BD6-3A76-78E2-B883-7385F404F158}" dt="2024-01-11T08:24:01.267" v="103" actId="1076"/>
      <pc:docMkLst>
        <pc:docMk/>
      </pc:docMkLst>
    </pc:docChg>
  </pc:docChgLst>
  <pc:docChgLst>
    <pc:chgData name="EFILIO YODIA GARCIA" userId="S::2200516@sit.singaporetech.edu.sg::61be762e-9726-446b-acbf-fbdea3aa09bb" providerId="AD" clId="Web-{540EB737-5F1C-A70A-CBF8-00355EDBFA4C}"/>
    <pc:docChg chg="modSld">
      <pc:chgData name="EFILIO YODIA GARCIA" userId="S::2200516@sit.singaporetech.edu.sg::61be762e-9726-446b-acbf-fbdea3aa09bb" providerId="AD" clId="Web-{540EB737-5F1C-A70A-CBF8-00355EDBFA4C}" dt="2024-04-01T00:47:39.857" v="8" actId="14100"/>
      <pc:docMkLst>
        <pc:docMk/>
      </pc:docMkLst>
      <pc:sldChg chg="addSp delSp modSp">
        <pc:chgData name="EFILIO YODIA GARCIA" userId="S::2200516@sit.singaporetech.edu.sg::61be762e-9726-446b-acbf-fbdea3aa09bb" providerId="AD" clId="Web-{540EB737-5F1C-A70A-CBF8-00355EDBFA4C}" dt="2024-04-01T00:47:39.857" v="8" actId="14100"/>
        <pc:sldMkLst>
          <pc:docMk/>
          <pc:sldMk cId="2125932545" sldId="352"/>
        </pc:sldMkLst>
        <pc:picChg chg="del">
          <ac:chgData name="EFILIO YODIA GARCIA" userId="S::2200516@sit.singaporetech.edu.sg::61be762e-9726-446b-acbf-fbdea3aa09bb" providerId="AD" clId="Web-{540EB737-5F1C-A70A-CBF8-00355EDBFA4C}" dt="2024-04-01T00:44:26.428" v="0"/>
          <ac:picMkLst>
            <pc:docMk/>
            <pc:sldMk cId="2125932545" sldId="352"/>
            <ac:picMk id="3" creationId="{54D4C33D-8E7C-CCAA-2DBE-977E2B8E7C2A}"/>
          </ac:picMkLst>
        </pc:picChg>
        <pc:picChg chg="add mod">
          <ac:chgData name="EFILIO YODIA GARCIA" userId="S::2200516@sit.singaporetech.edu.sg::61be762e-9726-446b-acbf-fbdea3aa09bb" providerId="AD" clId="Web-{540EB737-5F1C-A70A-CBF8-00355EDBFA4C}" dt="2024-04-01T00:47:39.857" v="8" actId="14100"/>
          <ac:picMkLst>
            <pc:docMk/>
            <pc:sldMk cId="2125932545" sldId="352"/>
            <ac:picMk id="4" creationId="{34053ADE-E1D3-402D-A923-2BA4CFD988F6}"/>
          </ac:picMkLst>
        </pc:picChg>
      </pc:sldChg>
    </pc:docChg>
  </pc:docChgLst>
  <pc:docChgLst>
    <pc:chgData name="LOO SIONG YU" userId="S::2201255@sit.singaporetech.edu.sg::4cea3fe2-e772-4cd8-b223-efd025da2b6d" providerId="AD" clId="Web-{5F744EA9-B7EF-9CA0-4A3E-74AB88A5D866}"/>
    <pc:docChg chg="addSld delSld modSld">
      <pc:chgData name="LOO SIONG YU" userId="S::2201255@sit.singaporetech.edu.sg::4cea3fe2-e772-4cd8-b223-efd025da2b6d" providerId="AD" clId="Web-{5F744EA9-B7EF-9CA0-4A3E-74AB88A5D866}" dt="2024-03-30T10:03:47.106" v="555"/>
      <pc:docMkLst>
        <pc:docMk/>
      </pc:docMkLst>
      <pc:sldChg chg="addSp delSp modSp">
        <pc:chgData name="LOO SIONG YU" userId="S::2201255@sit.singaporetech.edu.sg::4cea3fe2-e772-4cd8-b223-efd025da2b6d" providerId="AD" clId="Web-{5F744EA9-B7EF-9CA0-4A3E-74AB88A5D866}" dt="2024-03-30T09:29:55.915" v="220" actId="20577"/>
        <pc:sldMkLst>
          <pc:docMk/>
          <pc:sldMk cId="2882675959" sldId="333"/>
        </pc:sldMkLst>
        <pc:spChg chg="del mod">
          <ac:chgData name="LOO SIONG YU" userId="S::2201255@sit.singaporetech.edu.sg::4cea3fe2-e772-4cd8-b223-efd025da2b6d" providerId="AD" clId="Web-{5F744EA9-B7EF-9CA0-4A3E-74AB88A5D866}" dt="2024-03-30T09:17:12.125" v="17"/>
          <ac:spMkLst>
            <pc:docMk/>
            <pc:sldMk cId="2882675959" sldId="333"/>
            <ac:spMk id="3" creationId="{1E29D8E0-F6BA-B3B0-872A-68A44A459065}"/>
          </ac:spMkLst>
        </pc:spChg>
        <pc:spChg chg="add mod">
          <ac:chgData name="LOO SIONG YU" userId="S::2201255@sit.singaporetech.edu.sg::4cea3fe2-e772-4cd8-b223-efd025da2b6d" providerId="AD" clId="Web-{5F744EA9-B7EF-9CA0-4A3E-74AB88A5D866}" dt="2024-03-30T09:29:55.915" v="220" actId="20577"/>
          <ac:spMkLst>
            <pc:docMk/>
            <pc:sldMk cId="2882675959" sldId="333"/>
            <ac:spMk id="7" creationId="{E546B0C1-8D10-55DC-076A-AA45D1571CD2}"/>
          </ac:spMkLst>
        </pc:spChg>
        <pc:spChg chg="add mod">
          <ac:chgData name="LOO SIONG YU" userId="S::2201255@sit.singaporetech.edu.sg::4cea3fe2-e772-4cd8-b223-efd025da2b6d" providerId="AD" clId="Web-{5F744EA9-B7EF-9CA0-4A3E-74AB88A5D866}" dt="2024-03-30T09:23:55.856" v="215" actId="1076"/>
          <ac:spMkLst>
            <pc:docMk/>
            <pc:sldMk cId="2882675959" sldId="333"/>
            <ac:spMk id="8" creationId="{3BB0BE14-57C3-ED31-DF83-9CE786F294BB}"/>
          </ac:spMkLst>
        </pc:spChg>
        <pc:picChg chg="add mod">
          <ac:chgData name="LOO SIONG YU" userId="S::2201255@sit.singaporetech.edu.sg::4cea3fe2-e772-4cd8-b223-efd025da2b6d" providerId="AD" clId="Web-{5F744EA9-B7EF-9CA0-4A3E-74AB88A5D866}" dt="2024-03-30T09:23:51.090" v="214" actId="1076"/>
          <ac:picMkLst>
            <pc:docMk/>
            <pc:sldMk cId="2882675959" sldId="333"/>
            <ac:picMk id="5" creationId="{190F54D1-51CD-3AAE-62EA-C3D7398E0038}"/>
          </ac:picMkLst>
        </pc:picChg>
        <pc:picChg chg="add mod">
          <ac:chgData name="LOO SIONG YU" userId="S::2201255@sit.singaporetech.edu.sg::4cea3fe2-e772-4cd8-b223-efd025da2b6d" providerId="AD" clId="Web-{5F744EA9-B7EF-9CA0-4A3E-74AB88A5D866}" dt="2024-03-30T09:23:55.856" v="216" actId="1076"/>
          <ac:picMkLst>
            <pc:docMk/>
            <pc:sldMk cId="2882675959" sldId="333"/>
            <ac:picMk id="9" creationId="{40422F84-6502-1CCA-34DB-6714445896F2}"/>
          </ac:picMkLst>
        </pc:picChg>
      </pc:sldChg>
      <pc:sldChg chg="addSp delSp modSp">
        <pc:chgData name="LOO SIONG YU" userId="S::2201255@sit.singaporetech.edu.sg::4cea3fe2-e772-4cd8-b223-efd025da2b6d" providerId="AD" clId="Web-{5F744EA9-B7EF-9CA0-4A3E-74AB88A5D866}" dt="2024-03-30T09:49:15.656" v="444" actId="1076"/>
        <pc:sldMkLst>
          <pc:docMk/>
          <pc:sldMk cId="3813497245" sldId="343"/>
        </pc:sldMkLst>
        <pc:spChg chg="add mod">
          <ac:chgData name="LOO SIONG YU" userId="S::2201255@sit.singaporetech.edu.sg::4cea3fe2-e772-4cd8-b223-efd025da2b6d" providerId="AD" clId="Web-{5F744EA9-B7EF-9CA0-4A3E-74AB88A5D866}" dt="2024-03-30T09:49:15.656" v="444" actId="1076"/>
          <ac:spMkLst>
            <pc:docMk/>
            <pc:sldMk cId="3813497245" sldId="343"/>
            <ac:spMk id="3" creationId="{E11FA922-5C94-8B06-6614-0FA685BE0D8B}"/>
          </ac:spMkLst>
        </pc:spChg>
        <pc:spChg chg="add del mod">
          <ac:chgData name="LOO SIONG YU" userId="S::2201255@sit.singaporetech.edu.sg::4cea3fe2-e772-4cd8-b223-efd025da2b6d" providerId="AD" clId="Web-{5F744EA9-B7EF-9CA0-4A3E-74AB88A5D866}" dt="2024-03-30T09:39:20.527" v="302"/>
          <ac:spMkLst>
            <pc:docMk/>
            <pc:sldMk cId="3813497245" sldId="343"/>
            <ac:spMk id="8" creationId="{929E53D7-2BCF-8FDB-A2F5-C7FC2EDC3258}"/>
          </ac:spMkLst>
        </pc:spChg>
        <pc:spChg chg="add mod">
          <ac:chgData name="LOO SIONG YU" userId="S::2201255@sit.singaporetech.edu.sg::4cea3fe2-e772-4cd8-b223-efd025da2b6d" providerId="AD" clId="Web-{5F744EA9-B7EF-9CA0-4A3E-74AB88A5D866}" dt="2024-03-30T09:34:46.909" v="261" actId="1076"/>
          <ac:spMkLst>
            <pc:docMk/>
            <pc:sldMk cId="3813497245" sldId="343"/>
            <ac:spMk id="9" creationId="{F28E6C9A-3DB2-8A4F-A537-391892719975}"/>
          </ac:spMkLst>
        </pc:spChg>
        <pc:spChg chg="add mod">
          <ac:chgData name="LOO SIONG YU" userId="S::2201255@sit.singaporetech.edu.sg::4cea3fe2-e772-4cd8-b223-efd025da2b6d" providerId="AD" clId="Web-{5F744EA9-B7EF-9CA0-4A3E-74AB88A5D866}" dt="2024-03-30T09:41:08.296" v="319" actId="688"/>
          <ac:spMkLst>
            <pc:docMk/>
            <pc:sldMk cId="3813497245" sldId="343"/>
            <ac:spMk id="12" creationId="{939D3184-64AD-319E-EEF2-87B5B488FF9F}"/>
          </ac:spMkLst>
        </pc:spChg>
        <pc:spChg chg="add mod">
          <ac:chgData name="LOO SIONG YU" userId="S::2201255@sit.singaporetech.edu.sg::4cea3fe2-e772-4cd8-b223-efd025da2b6d" providerId="AD" clId="Web-{5F744EA9-B7EF-9CA0-4A3E-74AB88A5D866}" dt="2024-03-30T09:40:50.108" v="315"/>
          <ac:spMkLst>
            <pc:docMk/>
            <pc:sldMk cId="3813497245" sldId="343"/>
            <ac:spMk id="13" creationId="{9CF05085-057F-8656-8D2F-755706D1E7FA}"/>
          </ac:spMkLst>
        </pc:spChg>
        <pc:picChg chg="add mod">
          <ac:chgData name="LOO SIONG YU" userId="S::2201255@sit.singaporetech.edu.sg::4cea3fe2-e772-4cd8-b223-efd025da2b6d" providerId="AD" clId="Web-{5F744EA9-B7EF-9CA0-4A3E-74AB88A5D866}" dt="2024-03-30T09:34:17.533" v="246" actId="1076"/>
          <ac:picMkLst>
            <pc:docMk/>
            <pc:sldMk cId="3813497245" sldId="343"/>
            <ac:picMk id="4" creationId="{860E1D80-D9CB-1125-A684-8AFE48449FF7}"/>
          </ac:picMkLst>
        </pc:picChg>
        <pc:picChg chg="add mod">
          <ac:chgData name="LOO SIONG YU" userId="S::2201255@sit.singaporetech.edu.sg::4cea3fe2-e772-4cd8-b223-efd025da2b6d" providerId="AD" clId="Web-{5F744EA9-B7EF-9CA0-4A3E-74AB88A5D866}" dt="2024-03-30T09:34:13.142" v="244" actId="1076"/>
          <ac:picMkLst>
            <pc:docMk/>
            <pc:sldMk cId="3813497245" sldId="343"/>
            <ac:picMk id="6" creationId="{3CB8773E-1C25-B2A1-41F5-CB0DCBB622A4}"/>
          </ac:picMkLst>
        </pc:picChg>
        <pc:picChg chg="add mod">
          <ac:chgData name="LOO SIONG YU" userId="S::2201255@sit.singaporetech.edu.sg::4cea3fe2-e772-4cd8-b223-efd025da2b6d" providerId="AD" clId="Web-{5F744EA9-B7EF-9CA0-4A3E-74AB88A5D866}" dt="2024-03-30T09:35:16.316" v="265" actId="1076"/>
          <ac:picMkLst>
            <pc:docMk/>
            <pc:sldMk cId="3813497245" sldId="343"/>
            <ac:picMk id="10" creationId="{14C566E8-DE3B-769E-B5E3-677F7ED14A70}"/>
          </ac:picMkLst>
        </pc:picChg>
        <pc:cxnChg chg="add mod">
          <ac:chgData name="LOO SIONG YU" userId="S::2201255@sit.singaporetech.edu.sg::4cea3fe2-e772-4cd8-b223-efd025da2b6d" providerId="AD" clId="Web-{5F744EA9-B7EF-9CA0-4A3E-74AB88A5D866}" dt="2024-03-30T09:35:38.286" v="274" actId="1076"/>
          <ac:cxnSpMkLst>
            <pc:docMk/>
            <pc:sldMk cId="3813497245" sldId="343"/>
            <ac:cxnSpMk id="7" creationId="{83D6FF81-FC7E-01B7-A430-E416941EBB2F}"/>
          </ac:cxnSpMkLst>
        </pc:cxnChg>
        <pc:cxnChg chg="add mod">
          <ac:chgData name="LOO SIONG YU" userId="S::2201255@sit.singaporetech.edu.sg::4cea3fe2-e772-4cd8-b223-efd025da2b6d" providerId="AD" clId="Web-{5F744EA9-B7EF-9CA0-4A3E-74AB88A5D866}" dt="2024-03-30T09:41:43.360" v="320" actId="14100"/>
          <ac:cxnSpMkLst>
            <pc:docMk/>
            <pc:sldMk cId="3813497245" sldId="343"/>
            <ac:cxnSpMk id="11" creationId="{FB00094B-F025-EB80-0B94-94F201D01914}"/>
          </ac:cxnSpMkLst>
        </pc:cxnChg>
      </pc:sldChg>
      <pc:sldChg chg="addSp delSp modSp add replId">
        <pc:chgData name="LOO SIONG YU" userId="S::2201255@sit.singaporetech.edu.sg::4cea3fe2-e772-4cd8-b223-efd025da2b6d" providerId="AD" clId="Web-{5F744EA9-B7EF-9CA0-4A3E-74AB88A5D866}" dt="2024-03-30T09:48:40.280" v="443" actId="1076"/>
        <pc:sldMkLst>
          <pc:docMk/>
          <pc:sldMk cId="1907777993" sldId="355"/>
        </pc:sldMkLst>
        <pc:spChg chg="add mod">
          <ac:chgData name="LOO SIONG YU" userId="S::2201255@sit.singaporetech.edu.sg::4cea3fe2-e772-4cd8-b223-efd025da2b6d" providerId="AD" clId="Web-{5F744EA9-B7EF-9CA0-4A3E-74AB88A5D866}" dt="2024-03-30T09:48:40.218" v="434" actId="1076"/>
          <ac:spMkLst>
            <pc:docMk/>
            <pc:sldMk cId="1907777993" sldId="355"/>
            <ac:spMk id="8" creationId="{0772ED0C-C00C-E3DA-B75E-724E1574E612}"/>
          </ac:spMkLst>
        </pc:spChg>
        <pc:spChg chg="del mod">
          <ac:chgData name="LOO SIONG YU" userId="S::2201255@sit.singaporetech.edu.sg::4cea3fe2-e772-4cd8-b223-efd025da2b6d" providerId="AD" clId="Web-{5F744EA9-B7EF-9CA0-4A3E-74AB88A5D866}" dt="2024-03-30T09:47:51.294" v="424"/>
          <ac:spMkLst>
            <pc:docMk/>
            <pc:sldMk cId="1907777993" sldId="355"/>
            <ac:spMk id="9" creationId="{F28E6C9A-3DB2-8A4F-A537-391892719975}"/>
          </ac:spMkLst>
        </pc:spChg>
        <pc:spChg chg="del mod">
          <ac:chgData name="LOO SIONG YU" userId="S::2201255@sit.singaporetech.edu.sg::4cea3fe2-e772-4cd8-b223-efd025da2b6d" providerId="AD" clId="Web-{5F744EA9-B7EF-9CA0-4A3E-74AB88A5D866}" dt="2024-03-30T09:47:52.591" v="425"/>
          <ac:spMkLst>
            <pc:docMk/>
            <pc:sldMk cId="1907777993" sldId="355"/>
            <ac:spMk id="12" creationId="{939D3184-64AD-319E-EEF2-87B5B488FF9F}"/>
          </ac:spMkLst>
        </pc:spChg>
        <pc:spChg chg="add mod">
          <ac:chgData name="LOO SIONG YU" userId="S::2201255@sit.singaporetech.edu.sg::4cea3fe2-e772-4cd8-b223-efd025da2b6d" providerId="AD" clId="Web-{5F744EA9-B7EF-9CA0-4A3E-74AB88A5D866}" dt="2024-03-30T09:48:40.233" v="436" actId="1076"/>
          <ac:spMkLst>
            <pc:docMk/>
            <pc:sldMk cId="1907777993" sldId="355"/>
            <ac:spMk id="16" creationId="{AAFDBEA5-6841-4C0D-50E3-17701F22165F}"/>
          </ac:spMkLst>
        </pc:spChg>
        <pc:spChg chg="add mod">
          <ac:chgData name="LOO SIONG YU" userId="S::2201255@sit.singaporetech.edu.sg::4cea3fe2-e772-4cd8-b223-efd025da2b6d" providerId="AD" clId="Web-{5F744EA9-B7EF-9CA0-4A3E-74AB88A5D866}" dt="2024-03-30T09:48:40.233" v="438" actId="1076"/>
          <ac:spMkLst>
            <pc:docMk/>
            <pc:sldMk cId="1907777993" sldId="355"/>
            <ac:spMk id="18" creationId="{BEDAE080-B8D3-7A24-33FA-3837611A399E}"/>
          </ac:spMkLst>
        </pc:spChg>
        <pc:spChg chg="add mod">
          <ac:chgData name="LOO SIONG YU" userId="S::2201255@sit.singaporetech.edu.sg::4cea3fe2-e772-4cd8-b223-efd025da2b6d" providerId="AD" clId="Web-{5F744EA9-B7EF-9CA0-4A3E-74AB88A5D866}" dt="2024-03-30T09:48:40.249" v="439" actId="1076"/>
          <ac:spMkLst>
            <pc:docMk/>
            <pc:sldMk cId="1907777993" sldId="355"/>
            <ac:spMk id="19" creationId="{1AB6865C-433E-141B-2B56-BFBF2F18D2DF}"/>
          </ac:spMkLst>
        </pc:spChg>
        <pc:spChg chg="add mod">
          <ac:chgData name="LOO SIONG YU" userId="S::2201255@sit.singaporetech.edu.sg::4cea3fe2-e772-4cd8-b223-efd025da2b6d" providerId="AD" clId="Web-{5F744EA9-B7EF-9CA0-4A3E-74AB88A5D866}" dt="2024-03-30T09:48:40.280" v="442" actId="1076"/>
          <ac:spMkLst>
            <pc:docMk/>
            <pc:sldMk cId="1907777993" sldId="355"/>
            <ac:spMk id="22" creationId="{A9C9D4C6-F8DE-264A-4734-CD07ACC8FD3D}"/>
          </ac:spMkLst>
        </pc:spChg>
        <pc:spChg chg="add del">
          <ac:chgData name="LOO SIONG YU" userId="S::2201255@sit.singaporetech.edu.sg::4cea3fe2-e772-4cd8-b223-efd025da2b6d" providerId="AD" clId="Web-{5F744EA9-B7EF-9CA0-4A3E-74AB88A5D866}" dt="2024-03-30T09:46:33.885" v="398"/>
          <ac:spMkLst>
            <pc:docMk/>
            <pc:sldMk cId="1907777993" sldId="355"/>
            <ac:spMk id="23" creationId="{75A101E9-7828-656D-D71C-0C2011363E4B}"/>
          </ac:spMkLst>
        </pc:spChg>
        <pc:spChg chg="add mod">
          <ac:chgData name="LOO SIONG YU" userId="S::2201255@sit.singaporetech.edu.sg::4cea3fe2-e772-4cd8-b223-efd025da2b6d" providerId="AD" clId="Web-{5F744EA9-B7EF-9CA0-4A3E-74AB88A5D866}" dt="2024-03-30T09:48:40.280" v="443" actId="1076"/>
          <ac:spMkLst>
            <pc:docMk/>
            <pc:sldMk cId="1907777993" sldId="355"/>
            <ac:spMk id="24" creationId="{4BE8DD09-0D4F-C7B3-9C00-CF5C2B59D1BD}"/>
          </ac:spMkLst>
        </pc:spChg>
        <pc:picChg chg="add mod">
          <ac:chgData name="LOO SIONG YU" userId="S::2201255@sit.singaporetech.edu.sg::4cea3fe2-e772-4cd8-b223-efd025da2b6d" providerId="AD" clId="Web-{5F744EA9-B7EF-9CA0-4A3E-74AB88A5D866}" dt="2024-03-30T09:48:40.202" v="433" actId="1076"/>
          <ac:picMkLst>
            <pc:docMk/>
            <pc:sldMk cId="1907777993" sldId="355"/>
            <ac:picMk id="3" creationId="{DE4B1844-D352-89A3-4649-AC47A5B7A8F6}"/>
          </ac:picMkLst>
        </pc:picChg>
        <pc:picChg chg="del">
          <ac:chgData name="LOO SIONG YU" userId="S::2201255@sit.singaporetech.edu.sg::4cea3fe2-e772-4cd8-b223-efd025da2b6d" providerId="AD" clId="Web-{5F744EA9-B7EF-9CA0-4A3E-74AB88A5D866}" dt="2024-03-30T09:38:23.385" v="279"/>
          <ac:picMkLst>
            <pc:docMk/>
            <pc:sldMk cId="1907777993" sldId="355"/>
            <ac:picMk id="4" creationId="{860E1D80-D9CB-1125-A684-8AFE48449FF7}"/>
          </ac:picMkLst>
        </pc:picChg>
        <pc:picChg chg="del">
          <ac:chgData name="LOO SIONG YU" userId="S::2201255@sit.singaporetech.edu.sg::4cea3fe2-e772-4cd8-b223-efd025da2b6d" providerId="AD" clId="Web-{5F744EA9-B7EF-9CA0-4A3E-74AB88A5D866}" dt="2024-03-30T09:38:21.400" v="278"/>
          <ac:picMkLst>
            <pc:docMk/>
            <pc:sldMk cId="1907777993" sldId="355"/>
            <ac:picMk id="6" creationId="{3CB8773E-1C25-B2A1-41F5-CB0DCBB622A4}"/>
          </ac:picMkLst>
        </pc:picChg>
        <pc:picChg chg="del">
          <ac:chgData name="LOO SIONG YU" userId="S::2201255@sit.singaporetech.edu.sg::4cea3fe2-e772-4cd8-b223-efd025da2b6d" providerId="AD" clId="Web-{5F744EA9-B7EF-9CA0-4A3E-74AB88A5D866}" dt="2024-03-30T09:38:23.932" v="280"/>
          <ac:picMkLst>
            <pc:docMk/>
            <pc:sldMk cId="1907777993" sldId="355"/>
            <ac:picMk id="10" creationId="{14C566E8-DE3B-769E-B5E3-677F7ED14A70}"/>
          </ac:picMkLst>
        </pc:picChg>
        <pc:picChg chg="add mod">
          <ac:chgData name="LOO SIONG YU" userId="S::2201255@sit.singaporetech.edu.sg::4cea3fe2-e772-4cd8-b223-efd025da2b6d" providerId="AD" clId="Web-{5F744EA9-B7EF-9CA0-4A3E-74AB88A5D866}" dt="2024-03-30T09:48:40.233" v="435" actId="1076"/>
          <ac:picMkLst>
            <pc:docMk/>
            <pc:sldMk cId="1907777993" sldId="355"/>
            <ac:picMk id="13" creationId="{27ACB834-D39D-3351-7AAC-9803E2993447}"/>
          </ac:picMkLst>
        </pc:picChg>
        <pc:picChg chg="add mod">
          <ac:chgData name="LOO SIONG YU" userId="S::2201255@sit.singaporetech.edu.sg::4cea3fe2-e772-4cd8-b223-efd025da2b6d" providerId="AD" clId="Web-{5F744EA9-B7EF-9CA0-4A3E-74AB88A5D866}" dt="2024-03-30T09:48:40.264" v="440" actId="1076"/>
          <ac:picMkLst>
            <pc:docMk/>
            <pc:sldMk cId="1907777993" sldId="355"/>
            <ac:picMk id="20" creationId="{80F15BFD-0BEC-463D-0603-343C14EB6C42}"/>
          </ac:picMkLst>
        </pc:picChg>
        <pc:picChg chg="add del mod">
          <ac:chgData name="LOO SIONG YU" userId="S::2201255@sit.singaporetech.edu.sg::4cea3fe2-e772-4cd8-b223-efd025da2b6d" providerId="AD" clId="Web-{5F744EA9-B7EF-9CA0-4A3E-74AB88A5D866}" dt="2024-03-30T09:48:33.249" v="432"/>
          <ac:picMkLst>
            <pc:docMk/>
            <pc:sldMk cId="1907777993" sldId="355"/>
            <ac:picMk id="25" creationId="{0FB5D479-186C-CC5D-D873-4A1EAAD33DF1}"/>
          </ac:picMkLst>
        </pc:picChg>
        <pc:cxnChg chg="del mod">
          <ac:chgData name="LOO SIONG YU" userId="S::2201255@sit.singaporetech.edu.sg::4cea3fe2-e772-4cd8-b223-efd025da2b6d" providerId="AD" clId="Web-{5F744EA9-B7EF-9CA0-4A3E-74AB88A5D866}" dt="2024-03-30T09:47:09.418" v="417"/>
          <ac:cxnSpMkLst>
            <pc:docMk/>
            <pc:sldMk cId="1907777993" sldId="355"/>
            <ac:cxnSpMk id="7" creationId="{83D6FF81-FC7E-01B7-A430-E416941EBB2F}"/>
          </ac:cxnSpMkLst>
        </pc:cxnChg>
        <pc:cxnChg chg="del mod">
          <ac:chgData name="LOO SIONG YU" userId="S::2201255@sit.singaporetech.edu.sg::4cea3fe2-e772-4cd8-b223-efd025da2b6d" providerId="AD" clId="Web-{5F744EA9-B7EF-9CA0-4A3E-74AB88A5D866}" dt="2024-03-30T09:47:53.247" v="426"/>
          <ac:cxnSpMkLst>
            <pc:docMk/>
            <pc:sldMk cId="1907777993" sldId="355"/>
            <ac:cxnSpMk id="11" creationId="{FB00094B-F025-EB80-0B94-94F201D01914}"/>
          </ac:cxnSpMkLst>
        </pc:cxnChg>
        <pc:cxnChg chg="add mod">
          <ac:chgData name="LOO SIONG YU" userId="S::2201255@sit.singaporetech.edu.sg::4cea3fe2-e772-4cd8-b223-efd025da2b6d" providerId="AD" clId="Web-{5F744EA9-B7EF-9CA0-4A3E-74AB88A5D866}" dt="2024-03-30T09:48:40.233" v="437" actId="1076"/>
          <ac:cxnSpMkLst>
            <pc:docMk/>
            <pc:sldMk cId="1907777993" sldId="355"/>
            <ac:cxnSpMk id="17" creationId="{A3C21157-C31C-D160-4C09-2DAD1653761D}"/>
          </ac:cxnSpMkLst>
        </pc:cxnChg>
        <pc:cxnChg chg="add mod">
          <ac:chgData name="LOO SIONG YU" userId="S::2201255@sit.singaporetech.edu.sg::4cea3fe2-e772-4cd8-b223-efd025da2b6d" providerId="AD" clId="Web-{5F744EA9-B7EF-9CA0-4A3E-74AB88A5D866}" dt="2024-03-30T09:48:40.264" v="441" actId="1076"/>
          <ac:cxnSpMkLst>
            <pc:docMk/>
            <pc:sldMk cId="1907777993" sldId="355"/>
            <ac:cxnSpMk id="21" creationId="{EB321963-0EC8-CE9C-105C-178F5798BEA8}"/>
          </ac:cxnSpMkLst>
        </pc:cxnChg>
      </pc:sldChg>
      <pc:sldChg chg="addSp delSp modSp add replId addAnim">
        <pc:chgData name="LOO SIONG YU" userId="S::2201255@sit.singaporetech.edu.sg::4cea3fe2-e772-4cd8-b223-efd025da2b6d" providerId="AD" clId="Web-{5F744EA9-B7EF-9CA0-4A3E-74AB88A5D866}" dt="2024-03-30T10:03:47.106" v="555"/>
        <pc:sldMkLst>
          <pc:docMk/>
          <pc:sldMk cId="3573787477" sldId="356"/>
        </pc:sldMkLst>
        <pc:spChg chg="add mod">
          <ac:chgData name="LOO SIONG YU" userId="S::2201255@sit.singaporetech.edu.sg::4cea3fe2-e772-4cd8-b223-efd025da2b6d" providerId="AD" clId="Web-{5F744EA9-B7EF-9CA0-4A3E-74AB88A5D866}" dt="2024-03-30T09:50:25.049" v="491" actId="1076"/>
          <ac:spMkLst>
            <pc:docMk/>
            <pc:sldMk cId="3573787477" sldId="356"/>
            <ac:spMk id="6" creationId="{47F15FEF-2385-6BC8-840B-5D264DB0AEAD}"/>
          </ac:spMkLst>
        </pc:spChg>
        <pc:spChg chg="del">
          <ac:chgData name="LOO SIONG YU" userId="S::2201255@sit.singaporetech.edu.sg::4cea3fe2-e772-4cd8-b223-efd025da2b6d" providerId="AD" clId="Web-{5F744EA9-B7EF-9CA0-4A3E-74AB88A5D866}" dt="2024-03-30T09:49:49.907" v="457"/>
          <ac:spMkLst>
            <pc:docMk/>
            <pc:sldMk cId="3573787477" sldId="356"/>
            <ac:spMk id="8" creationId="{0772ED0C-C00C-E3DA-B75E-724E1574E612}"/>
          </ac:spMkLst>
        </pc:spChg>
        <pc:spChg chg="add mod">
          <ac:chgData name="LOO SIONG YU" userId="S::2201255@sit.singaporetech.edu.sg::4cea3fe2-e772-4cd8-b223-efd025da2b6d" providerId="AD" clId="Web-{5F744EA9-B7EF-9CA0-4A3E-74AB88A5D866}" dt="2024-03-30T09:52:30.756" v="503" actId="14100"/>
          <ac:spMkLst>
            <pc:docMk/>
            <pc:sldMk cId="3573787477" sldId="356"/>
            <ac:spMk id="11" creationId="{DEC32C2D-6C9A-1966-8424-BAB9C3E9704A}"/>
          </ac:spMkLst>
        </pc:spChg>
        <pc:spChg chg="add mod">
          <ac:chgData name="LOO SIONG YU" userId="S::2201255@sit.singaporetech.edu.sg::4cea3fe2-e772-4cd8-b223-efd025da2b6d" providerId="AD" clId="Web-{5F744EA9-B7EF-9CA0-4A3E-74AB88A5D866}" dt="2024-03-30T10:03:22.121" v="545" actId="1076"/>
          <ac:spMkLst>
            <pc:docMk/>
            <pc:sldMk cId="3573787477" sldId="356"/>
            <ac:spMk id="14" creationId="{394DF7DD-B4AF-B81F-010A-8489B8E04F8D}"/>
          </ac:spMkLst>
        </pc:spChg>
        <pc:spChg chg="del">
          <ac:chgData name="LOO SIONG YU" userId="S::2201255@sit.singaporetech.edu.sg::4cea3fe2-e772-4cd8-b223-efd025da2b6d" providerId="AD" clId="Web-{5F744EA9-B7EF-9CA0-4A3E-74AB88A5D866}" dt="2024-03-30T09:49:49.907" v="455"/>
          <ac:spMkLst>
            <pc:docMk/>
            <pc:sldMk cId="3573787477" sldId="356"/>
            <ac:spMk id="16" creationId="{AAFDBEA5-6841-4C0D-50E3-17701F22165F}"/>
          </ac:spMkLst>
        </pc:spChg>
        <pc:spChg chg="del">
          <ac:chgData name="LOO SIONG YU" userId="S::2201255@sit.singaporetech.edu.sg::4cea3fe2-e772-4cd8-b223-efd025da2b6d" providerId="AD" clId="Web-{5F744EA9-B7EF-9CA0-4A3E-74AB88A5D866}" dt="2024-03-30T09:49:49.907" v="453"/>
          <ac:spMkLst>
            <pc:docMk/>
            <pc:sldMk cId="3573787477" sldId="356"/>
            <ac:spMk id="18" creationId="{BEDAE080-B8D3-7A24-33FA-3837611A399E}"/>
          </ac:spMkLst>
        </pc:spChg>
        <pc:spChg chg="del">
          <ac:chgData name="LOO SIONG YU" userId="S::2201255@sit.singaporetech.edu.sg::4cea3fe2-e772-4cd8-b223-efd025da2b6d" providerId="AD" clId="Web-{5F744EA9-B7EF-9CA0-4A3E-74AB88A5D866}" dt="2024-03-30T09:49:49.907" v="452"/>
          <ac:spMkLst>
            <pc:docMk/>
            <pc:sldMk cId="3573787477" sldId="356"/>
            <ac:spMk id="19" creationId="{1AB6865C-433E-141B-2B56-BFBF2F18D2DF}"/>
          </ac:spMkLst>
        </pc:spChg>
        <pc:spChg chg="del">
          <ac:chgData name="LOO SIONG YU" userId="S::2201255@sit.singaporetech.edu.sg::4cea3fe2-e772-4cd8-b223-efd025da2b6d" providerId="AD" clId="Web-{5F744EA9-B7EF-9CA0-4A3E-74AB88A5D866}" dt="2024-03-30T09:49:49.907" v="449"/>
          <ac:spMkLst>
            <pc:docMk/>
            <pc:sldMk cId="3573787477" sldId="356"/>
            <ac:spMk id="22" creationId="{A9C9D4C6-F8DE-264A-4734-CD07ACC8FD3D}"/>
          </ac:spMkLst>
        </pc:spChg>
        <pc:spChg chg="del">
          <ac:chgData name="LOO SIONG YU" userId="S::2201255@sit.singaporetech.edu.sg::4cea3fe2-e772-4cd8-b223-efd025da2b6d" providerId="AD" clId="Web-{5F744EA9-B7EF-9CA0-4A3E-74AB88A5D866}" dt="2024-03-30T09:49:49.907" v="448"/>
          <ac:spMkLst>
            <pc:docMk/>
            <pc:sldMk cId="3573787477" sldId="356"/>
            <ac:spMk id="24" creationId="{4BE8DD09-0D4F-C7B3-9C00-CF5C2B59D1BD}"/>
          </ac:spMkLst>
        </pc:spChg>
        <pc:picChg chg="del">
          <ac:chgData name="LOO SIONG YU" userId="S::2201255@sit.singaporetech.edu.sg::4cea3fe2-e772-4cd8-b223-efd025da2b6d" providerId="AD" clId="Web-{5F744EA9-B7EF-9CA0-4A3E-74AB88A5D866}" dt="2024-03-30T09:49:49.907" v="458"/>
          <ac:picMkLst>
            <pc:docMk/>
            <pc:sldMk cId="3573787477" sldId="356"/>
            <ac:picMk id="3" creationId="{DE4B1844-D352-89A3-4649-AC47A5B7A8F6}"/>
          </ac:picMkLst>
        </pc:picChg>
        <pc:picChg chg="add mod">
          <ac:chgData name="LOO SIONG YU" userId="S::2201255@sit.singaporetech.edu.sg::4cea3fe2-e772-4cd8-b223-efd025da2b6d" providerId="AD" clId="Web-{5F744EA9-B7EF-9CA0-4A3E-74AB88A5D866}" dt="2024-03-30T09:50:25.049" v="490" actId="1076"/>
          <ac:picMkLst>
            <pc:docMk/>
            <pc:sldMk cId="3573787477" sldId="356"/>
            <ac:picMk id="4" creationId="{5C167F59-7C9A-1693-3AF5-9D6354E02938}"/>
          </ac:picMkLst>
        </pc:picChg>
        <pc:picChg chg="add mod">
          <ac:chgData name="LOO SIONG YU" userId="S::2201255@sit.singaporetech.edu.sg::4cea3fe2-e772-4cd8-b223-efd025da2b6d" providerId="AD" clId="Web-{5F744EA9-B7EF-9CA0-4A3E-74AB88A5D866}" dt="2024-03-30T09:51:56.068" v="498" actId="1076"/>
          <ac:picMkLst>
            <pc:docMk/>
            <pc:sldMk cId="3573787477" sldId="356"/>
            <ac:picMk id="7" creationId="{50A7F0C9-5DBB-E980-76E7-CD59F8EAB946}"/>
          </ac:picMkLst>
        </pc:picChg>
        <pc:picChg chg="add del mod">
          <ac:chgData name="LOO SIONG YU" userId="S::2201255@sit.singaporetech.edu.sg::4cea3fe2-e772-4cd8-b223-efd025da2b6d" providerId="AD" clId="Web-{5F744EA9-B7EF-9CA0-4A3E-74AB88A5D866}" dt="2024-03-30T09:52:22.740" v="500"/>
          <ac:picMkLst>
            <pc:docMk/>
            <pc:sldMk cId="3573787477" sldId="356"/>
            <ac:picMk id="9" creationId="{4E1EA896-547D-EB94-754F-757B810BC16F}"/>
          </ac:picMkLst>
        </pc:picChg>
        <pc:picChg chg="add del mod">
          <ac:chgData name="LOO SIONG YU" userId="S::2201255@sit.singaporetech.edu.sg::4cea3fe2-e772-4cd8-b223-efd025da2b6d" providerId="AD" clId="Web-{5F744EA9-B7EF-9CA0-4A3E-74AB88A5D866}" dt="2024-03-30T10:02:05.775" v="526"/>
          <ac:picMkLst>
            <pc:docMk/>
            <pc:sldMk cId="3573787477" sldId="356"/>
            <ac:picMk id="12" creationId="{83C44307-CD42-F1F0-E3AF-A33B86172985}"/>
          </ac:picMkLst>
        </pc:picChg>
        <pc:picChg chg="del">
          <ac:chgData name="LOO SIONG YU" userId="S::2201255@sit.singaporetech.edu.sg::4cea3fe2-e772-4cd8-b223-efd025da2b6d" providerId="AD" clId="Web-{5F744EA9-B7EF-9CA0-4A3E-74AB88A5D866}" dt="2024-03-30T09:49:49.907" v="456"/>
          <ac:picMkLst>
            <pc:docMk/>
            <pc:sldMk cId="3573787477" sldId="356"/>
            <ac:picMk id="13" creationId="{27ACB834-D39D-3351-7AAC-9803E2993447}"/>
          </ac:picMkLst>
        </pc:picChg>
        <pc:picChg chg="del">
          <ac:chgData name="LOO SIONG YU" userId="S::2201255@sit.singaporetech.edu.sg::4cea3fe2-e772-4cd8-b223-efd025da2b6d" providerId="AD" clId="Web-{5F744EA9-B7EF-9CA0-4A3E-74AB88A5D866}" dt="2024-03-30T09:49:49.907" v="451"/>
          <ac:picMkLst>
            <pc:docMk/>
            <pc:sldMk cId="3573787477" sldId="356"/>
            <ac:picMk id="20" creationId="{80F15BFD-0BEC-463D-0603-343C14EB6C42}"/>
          </ac:picMkLst>
        </pc:picChg>
        <pc:picChg chg="add mod ord">
          <ac:chgData name="LOO SIONG YU" userId="S::2201255@sit.singaporetech.edu.sg::4cea3fe2-e772-4cd8-b223-efd025da2b6d" providerId="AD" clId="Web-{5F744EA9-B7EF-9CA0-4A3E-74AB88A5D866}" dt="2024-03-30T10:02:20.181" v="532"/>
          <ac:picMkLst>
            <pc:docMk/>
            <pc:sldMk cId="3573787477" sldId="356"/>
            <ac:picMk id="26" creationId="{089007F4-2807-D210-47A5-0A3AD444B79B}"/>
          </ac:picMkLst>
        </pc:picChg>
        <pc:picChg chg="add del mod">
          <ac:chgData name="LOO SIONG YU" userId="S::2201255@sit.singaporetech.edu.sg::4cea3fe2-e772-4cd8-b223-efd025da2b6d" providerId="AD" clId="Web-{5F744EA9-B7EF-9CA0-4A3E-74AB88A5D866}" dt="2024-03-30T10:03:47.106" v="555"/>
          <ac:picMkLst>
            <pc:docMk/>
            <pc:sldMk cId="3573787477" sldId="356"/>
            <ac:picMk id="27" creationId="{0310D960-AEDD-BCF1-41EE-5B34FFC0FC8D}"/>
          </ac:picMkLst>
        </pc:picChg>
        <pc:cxnChg chg="del">
          <ac:chgData name="LOO SIONG YU" userId="S::2201255@sit.singaporetech.edu.sg::4cea3fe2-e772-4cd8-b223-efd025da2b6d" providerId="AD" clId="Web-{5F744EA9-B7EF-9CA0-4A3E-74AB88A5D866}" dt="2024-03-30T09:49:49.907" v="454"/>
          <ac:cxnSpMkLst>
            <pc:docMk/>
            <pc:sldMk cId="3573787477" sldId="356"/>
            <ac:cxnSpMk id="17" creationId="{A3C21157-C31C-D160-4C09-2DAD1653761D}"/>
          </ac:cxnSpMkLst>
        </pc:cxnChg>
        <pc:cxnChg chg="del">
          <ac:chgData name="LOO SIONG YU" userId="S::2201255@sit.singaporetech.edu.sg::4cea3fe2-e772-4cd8-b223-efd025da2b6d" providerId="AD" clId="Web-{5F744EA9-B7EF-9CA0-4A3E-74AB88A5D866}" dt="2024-03-30T09:49:49.907" v="450"/>
          <ac:cxnSpMkLst>
            <pc:docMk/>
            <pc:sldMk cId="3573787477" sldId="356"/>
            <ac:cxnSpMk id="21" creationId="{EB321963-0EC8-CE9C-105C-178F5798BEA8}"/>
          </ac:cxnSpMkLst>
        </pc:cxnChg>
        <pc:cxnChg chg="add mod">
          <ac:chgData name="LOO SIONG YU" userId="S::2201255@sit.singaporetech.edu.sg::4cea3fe2-e772-4cd8-b223-efd025da2b6d" providerId="AD" clId="Web-{5F744EA9-B7EF-9CA0-4A3E-74AB88A5D866}" dt="2024-03-30T10:02:22.963" v="533" actId="14100"/>
          <ac:cxnSpMkLst>
            <pc:docMk/>
            <pc:sldMk cId="3573787477" sldId="356"/>
            <ac:cxnSpMk id="25" creationId="{4B6F7B6E-B60F-A5BA-ED9A-1C6DF03DBE24}"/>
          </ac:cxnSpMkLst>
        </pc:cxnChg>
      </pc:sldChg>
      <pc:sldChg chg="addSp delSp modSp add replId delAnim">
        <pc:chgData name="LOO SIONG YU" userId="S::2201255@sit.singaporetech.edu.sg::4cea3fe2-e772-4cd8-b223-efd025da2b6d" providerId="AD" clId="Web-{5F744EA9-B7EF-9CA0-4A3E-74AB88A5D866}" dt="2024-03-30T10:03:42.825" v="553"/>
        <pc:sldMkLst>
          <pc:docMk/>
          <pc:sldMk cId="1002200394" sldId="357"/>
        </pc:sldMkLst>
        <pc:spChg chg="del">
          <ac:chgData name="LOO SIONG YU" userId="S::2201255@sit.singaporetech.edu.sg::4cea3fe2-e772-4cd8-b223-efd025da2b6d" providerId="AD" clId="Web-{5F744EA9-B7EF-9CA0-4A3E-74AB88A5D866}" dt="2024-03-30T10:03:09.042" v="540"/>
          <ac:spMkLst>
            <pc:docMk/>
            <pc:sldMk cId="1002200394" sldId="357"/>
            <ac:spMk id="6" creationId="{47F15FEF-2385-6BC8-840B-5D264DB0AEAD}"/>
          </ac:spMkLst>
        </pc:spChg>
        <pc:spChg chg="del">
          <ac:chgData name="LOO SIONG YU" userId="S::2201255@sit.singaporetech.edu.sg::4cea3fe2-e772-4cd8-b223-efd025da2b6d" providerId="AD" clId="Web-{5F744EA9-B7EF-9CA0-4A3E-74AB88A5D866}" dt="2024-03-30T10:03:09.042" v="538"/>
          <ac:spMkLst>
            <pc:docMk/>
            <pc:sldMk cId="1002200394" sldId="357"/>
            <ac:spMk id="11" creationId="{DEC32C2D-6C9A-1966-8424-BAB9C3E9704A}"/>
          </ac:spMkLst>
        </pc:spChg>
        <pc:spChg chg="del">
          <ac:chgData name="LOO SIONG YU" userId="S::2201255@sit.singaporetech.edu.sg::4cea3fe2-e772-4cd8-b223-efd025da2b6d" providerId="AD" clId="Web-{5F744EA9-B7EF-9CA0-4A3E-74AB88A5D866}" dt="2024-03-30T10:03:09.042" v="537"/>
          <ac:spMkLst>
            <pc:docMk/>
            <pc:sldMk cId="1002200394" sldId="357"/>
            <ac:spMk id="14" creationId="{394DF7DD-B4AF-B81F-010A-8489B8E04F8D}"/>
          </ac:spMkLst>
        </pc:spChg>
        <pc:picChg chg="add mod">
          <ac:chgData name="LOO SIONG YU" userId="S::2201255@sit.singaporetech.edu.sg::4cea3fe2-e772-4cd8-b223-efd025da2b6d" providerId="AD" clId="Web-{5F744EA9-B7EF-9CA0-4A3E-74AB88A5D866}" dt="2024-03-30T10:03:15.183" v="544" actId="1076"/>
          <ac:picMkLst>
            <pc:docMk/>
            <pc:sldMk cId="1002200394" sldId="357"/>
            <ac:picMk id="3" creationId="{CF7D5A14-DDE0-D0E7-DE11-361D59F4246A}"/>
          </ac:picMkLst>
        </pc:picChg>
        <pc:picChg chg="del">
          <ac:chgData name="LOO SIONG YU" userId="S::2201255@sit.singaporetech.edu.sg::4cea3fe2-e772-4cd8-b223-efd025da2b6d" providerId="AD" clId="Web-{5F744EA9-B7EF-9CA0-4A3E-74AB88A5D866}" dt="2024-03-30T10:03:09.042" v="541"/>
          <ac:picMkLst>
            <pc:docMk/>
            <pc:sldMk cId="1002200394" sldId="357"/>
            <ac:picMk id="4" creationId="{5C167F59-7C9A-1693-3AF5-9D6354E02938}"/>
          </ac:picMkLst>
        </pc:picChg>
        <pc:picChg chg="add del mod">
          <ac:chgData name="LOO SIONG YU" userId="S::2201255@sit.singaporetech.edu.sg::4cea3fe2-e772-4cd8-b223-efd025da2b6d" providerId="AD" clId="Web-{5F744EA9-B7EF-9CA0-4A3E-74AB88A5D866}" dt="2024-03-30T10:03:25.386" v="547"/>
          <ac:picMkLst>
            <pc:docMk/>
            <pc:sldMk cId="1002200394" sldId="357"/>
            <ac:picMk id="5" creationId="{C5346EC6-DF14-2CA2-BE68-EE1CCD01065C}"/>
          </ac:picMkLst>
        </pc:picChg>
        <pc:picChg chg="del">
          <ac:chgData name="LOO SIONG YU" userId="S::2201255@sit.singaporetech.edu.sg::4cea3fe2-e772-4cd8-b223-efd025da2b6d" providerId="AD" clId="Web-{5F744EA9-B7EF-9CA0-4A3E-74AB88A5D866}" dt="2024-03-30T10:03:09.042" v="539"/>
          <ac:picMkLst>
            <pc:docMk/>
            <pc:sldMk cId="1002200394" sldId="357"/>
            <ac:picMk id="7" creationId="{50A7F0C9-5DBB-E980-76E7-CD59F8EAB946}"/>
          </ac:picMkLst>
        </pc:picChg>
        <pc:picChg chg="add del mod">
          <ac:chgData name="LOO SIONG YU" userId="S::2201255@sit.singaporetech.edu.sg::4cea3fe2-e772-4cd8-b223-efd025da2b6d" providerId="AD" clId="Web-{5F744EA9-B7EF-9CA0-4A3E-74AB88A5D866}" dt="2024-03-30T10:03:30.496" v="549"/>
          <ac:picMkLst>
            <pc:docMk/>
            <pc:sldMk cId="1002200394" sldId="357"/>
            <ac:picMk id="8" creationId="{9FD5A5CA-33E2-6F24-C6E1-93DC26A180B6}"/>
          </ac:picMkLst>
        </pc:picChg>
        <pc:picChg chg="add del mod">
          <ac:chgData name="LOO SIONG YU" userId="S::2201255@sit.singaporetech.edu.sg::4cea3fe2-e772-4cd8-b223-efd025da2b6d" providerId="AD" clId="Web-{5F744EA9-B7EF-9CA0-4A3E-74AB88A5D866}" dt="2024-03-30T10:03:36.449" v="551"/>
          <ac:picMkLst>
            <pc:docMk/>
            <pc:sldMk cId="1002200394" sldId="357"/>
            <ac:picMk id="9" creationId="{B90C7D8B-967C-B51E-F7AB-66601F859437}"/>
          </ac:picMkLst>
        </pc:picChg>
        <pc:picChg chg="add del mod">
          <ac:chgData name="LOO SIONG YU" userId="S::2201255@sit.singaporetech.edu.sg::4cea3fe2-e772-4cd8-b223-efd025da2b6d" providerId="AD" clId="Web-{5F744EA9-B7EF-9CA0-4A3E-74AB88A5D866}" dt="2024-03-30T10:03:42.825" v="553"/>
          <ac:picMkLst>
            <pc:docMk/>
            <pc:sldMk cId="1002200394" sldId="357"/>
            <ac:picMk id="10" creationId="{73C28E2A-7CD5-B75E-74AD-C4E2090AC30D}"/>
          </ac:picMkLst>
        </pc:picChg>
        <pc:picChg chg="del">
          <ac:chgData name="LOO SIONG YU" userId="S::2201255@sit.singaporetech.edu.sg::4cea3fe2-e772-4cd8-b223-efd025da2b6d" providerId="AD" clId="Web-{5F744EA9-B7EF-9CA0-4A3E-74AB88A5D866}" dt="2024-03-30T10:03:09.042" v="536"/>
          <ac:picMkLst>
            <pc:docMk/>
            <pc:sldMk cId="1002200394" sldId="357"/>
            <ac:picMk id="26" creationId="{089007F4-2807-D210-47A5-0A3AD444B79B}"/>
          </ac:picMkLst>
        </pc:picChg>
        <pc:cxnChg chg="del">
          <ac:chgData name="LOO SIONG YU" userId="S::2201255@sit.singaporetech.edu.sg::4cea3fe2-e772-4cd8-b223-efd025da2b6d" providerId="AD" clId="Web-{5F744EA9-B7EF-9CA0-4A3E-74AB88A5D866}" dt="2024-03-30T10:03:09.042" v="535"/>
          <ac:cxnSpMkLst>
            <pc:docMk/>
            <pc:sldMk cId="1002200394" sldId="357"/>
            <ac:cxnSpMk id="25" creationId="{4B6F7B6E-B60F-A5BA-ED9A-1C6DF03DBE24}"/>
          </ac:cxnSpMkLst>
        </pc:cxnChg>
      </pc:sldChg>
    </pc:docChg>
  </pc:docChgLst>
  <pc:docChgLst>
    <pc:chgData name="NEAM HENG CHONG  TIMOTHY" userId="S::2201291@sit.singaporetech.edu.sg::67fae3e4-847a-4f7b-814d-9705d99839e2" providerId="AD" clId="Web-{4EA63B20-9415-9199-26EE-C677F56376E6}"/>
    <pc:docChg chg="addSld modSld">
      <pc:chgData name="NEAM HENG CHONG  TIMOTHY" userId="S::2201291@sit.singaporetech.edu.sg::67fae3e4-847a-4f7b-814d-9705d99839e2" providerId="AD" clId="Web-{4EA63B20-9415-9199-26EE-C677F56376E6}" dt="2024-03-30T10:22:19.739" v="172"/>
      <pc:docMkLst>
        <pc:docMk/>
      </pc:docMkLst>
      <pc:sldChg chg="modSp">
        <pc:chgData name="NEAM HENG CHONG  TIMOTHY" userId="S::2201291@sit.singaporetech.edu.sg::67fae3e4-847a-4f7b-814d-9705d99839e2" providerId="AD" clId="Web-{4EA63B20-9415-9199-26EE-C677F56376E6}" dt="2024-03-30T10:09:52.296" v="25"/>
        <pc:sldMkLst>
          <pc:docMk/>
          <pc:sldMk cId="1325608595" sldId="257"/>
        </pc:sldMkLst>
        <pc:graphicFrameChg chg="mod modGraphic">
          <ac:chgData name="NEAM HENG CHONG  TIMOTHY" userId="S::2201291@sit.singaporetech.edu.sg::67fae3e4-847a-4f7b-814d-9705d99839e2" providerId="AD" clId="Web-{4EA63B20-9415-9199-26EE-C677F56376E6}" dt="2024-03-30T10:09:52.296" v="25"/>
          <ac:graphicFrameMkLst>
            <pc:docMk/>
            <pc:sldMk cId="1325608595" sldId="257"/>
            <ac:graphicFrameMk id="8" creationId="{3E220B6F-9B14-4BB3-9372-51092B50EB8D}"/>
          </ac:graphicFrameMkLst>
        </pc:graphicFrameChg>
      </pc:sldChg>
      <pc:sldChg chg="delSp">
        <pc:chgData name="NEAM HENG CHONG  TIMOTHY" userId="S::2201291@sit.singaporetech.edu.sg::67fae3e4-847a-4f7b-814d-9705d99839e2" providerId="AD" clId="Web-{4EA63B20-9415-9199-26EE-C677F56376E6}" dt="2024-03-30T10:22:19.739" v="172"/>
        <pc:sldMkLst>
          <pc:docMk/>
          <pc:sldMk cId="2719793140" sldId="340"/>
        </pc:sldMkLst>
        <pc:spChg chg="del">
          <ac:chgData name="NEAM HENG CHONG  TIMOTHY" userId="S::2201291@sit.singaporetech.edu.sg::67fae3e4-847a-4f7b-814d-9705d99839e2" providerId="AD" clId="Web-{4EA63B20-9415-9199-26EE-C677F56376E6}" dt="2024-03-30T10:22:19.739" v="172"/>
          <ac:spMkLst>
            <pc:docMk/>
            <pc:sldMk cId="2719793140" sldId="340"/>
            <ac:spMk id="12" creationId="{2BB48747-60D5-CD5B-E768-48FD4A7AE8BB}"/>
          </ac:spMkLst>
        </pc:spChg>
      </pc:sldChg>
      <pc:sldChg chg="modSp">
        <pc:chgData name="NEAM HENG CHONG  TIMOTHY" userId="S::2201291@sit.singaporetech.edu.sg::67fae3e4-847a-4f7b-814d-9705d99839e2" providerId="AD" clId="Web-{4EA63B20-9415-9199-26EE-C677F56376E6}" dt="2024-03-30T10:11:04.265" v="46"/>
        <pc:sldMkLst>
          <pc:docMk/>
          <pc:sldMk cId="395623607" sldId="350"/>
        </pc:sldMkLst>
        <pc:cxnChg chg="mod">
          <ac:chgData name="NEAM HENG CHONG  TIMOTHY" userId="S::2201291@sit.singaporetech.edu.sg::67fae3e4-847a-4f7b-814d-9705d99839e2" providerId="AD" clId="Web-{4EA63B20-9415-9199-26EE-C677F56376E6}" dt="2024-03-30T10:10:59.594" v="45"/>
          <ac:cxnSpMkLst>
            <pc:docMk/>
            <pc:sldMk cId="395623607" sldId="350"/>
            <ac:cxnSpMk id="4" creationId="{60E39EF2-B644-4156-9269-2677478B0FD7}"/>
          </ac:cxnSpMkLst>
        </pc:cxnChg>
        <pc:cxnChg chg="mod">
          <ac:chgData name="NEAM HENG CHONG  TIMOTHY" userId="S::2201291@sit.singaporetech.edu.sg::67fae3e4-847a-4f7b-814d-9705d99839e2" providerId="AD" clId="Web-{4EA63B20-9415-9199-26EE-C677F56376E6}" dt="2024-03-30T10:11:04.265" v="46"/>
          <ac:cxnSpMkLst>
            <pc:docMk/>
            <pc:sldMk cId="395623607" sldId="350"/>
            <ac:cxnSpMk id="12" creationId="{EBE0AEA7-924B-4F64-95E5-90E60ABBB322}"/>
          </ac:cxnSpMkLst>
        </pc:cxnChg>
      </pc:sldChg>
      <pc:sldChg chg="modSp">
        <pc:chgData name="NEAM HENG CHONG  TIMOTHY" userId="S::2201291@sit.singaporetech.edu.sg::67fae3e4-847a-4f7b-814d-9705d99839e2" providerId="AD" clId="Web-{4EA63B20-9415-9199-26EE-C677F56376E6}" dt="2024-03-30T10:11:15.359" v="48"/>
        <pc:sldMkLst>
          <pc:docMk/>
          <pc:sldMk cId="1527382263" sldId="351"/>
        </pc:sldMkLst>
        <pc:spChg chg="mod">
          <ac:chgData name="NEAM HENG CHONG  TIMOTHY" userId="S::2201291@sit.singaporetech.edu.sg::67fae3e4-847a-4f7b-814d-9705d99839e2" providerId="AD" clId="Web-{4EA63B20-9415-9199-26EE-C677F56376E6}" dt="2024-03-30T10:10:38.484" v="43" actId="1076"/>
          <ac:spMkLst>
            <pc:docMk/>
            <pc:sldMk cId="1527382263" sldId="351"/>
            <ac:spMk id="10" creationId="{08766F40-154A-4136-B55F-A24383604D0D}"/>
          </ac:spMkLst>
        </pc:spChg>
        <pc:spChg chg="mod">
          <ac:chgData name="NEAM HENG CHONG  TIMOTHY" userId="S::2201291@sit.singaporetech.edu.sg::67fae3e4-847a-4f7b-814d-9705d99839e2" providerId="AD" clId="Web-{4EA63B20-9415-9199-26EE-C677F56376E6}" dt="2024-03-30T10:10:35.437" v="42" actId="1076"/>
          <ac:spMkLst>
            <pc:docMk/>
            <pc:sldMk cId="1527382263" sldId="351"/>
            <ac:spMk id="11" creationId="{ECA46ABB-3194-4159-A936-CE078679E690}"/>
          </ac:spMkLst>
        </pc:spChg>
        <pc:cxnChg chg="mod">
          <ac:chgData name="NEAM HENG CHONG  TIMOTHY" userId="S::2201291@sit.singaporetech.edu.sg::67fae3e4-847a-4f7b-814d-9705d99839e2" providerId="AD" clId="Web-{4EA63B20-9415-9199-26EE-C677F56376E6}" dt="2024-03-30T10:11:11.078" v="47"/>
          <ac:cxnSpMkLst>
            <pc:docMk/>
            <pc:sldMk cId="1527382263" sldId="351"/>
            <ac:cxnSpMk id="4" creationId="{E2F9B681-2201-4704-A0E5-C1972B5801C7}"/>
          </ac:cxnSpMkLst>
        </pc:cxnChg>
        <pc:cxnChg chg="mod">
          <ac:chgData name="NEAM HENG CHONG  TIMOTHY" userId="S::2201291@sit.singaporetech.edu.sg::67fae3e4-847a-4f7b-814d-9705d99839e2" providerId="AD" clId="Web-{4EA63B20-9415-9199-26EE-C677F56376E6}" dt="2024-03-30T10:11:15.359" v="48"/>
          <ac:cxnSpMkLst>
            <pc:docMk/>
            <pc:sldMk cId="1527382263" sldId="351"/>
            <ac:cxnSpMk id="12" creationId="{E6D76FB6-2693-46BA-894E-9F7F8DDA1DD1}"/>
          </ac:cxnSpMkLst>
        </pc:cxnChg>
      </pc:sldChg>
      <pc:sldChg chg="modSp">
        <pc:chgData name="NEAM HENG CHONG  TIMOTHY" userId="S::2201291@sit.singaporetech.edu.sg::67fae3e4-847a-4f7b-814d-9705d99839e2" providerId="AD" clId="Web-{4EA63B20-9415-9199-26EE-C677F56376E6}" dt="2024-03-30T10:22:05.224" v="171" actId="1076"/>
        <pc:sldMkLst>
          <pc:docMk/>
          <pc:sldMk cId="1907777993" sldId="355"/>
        </pc:sldMkLst>
        <pc:spChg chg="mod">
          <ac:chgData name="NEAM HENG CHONG  TIMOTHY" userId="S::2201291@sit.singaporetech.edu.sg::67fae3e4-847a-4f7b-814d-9705d99839e2" providerId="AD" clId="Web-{4EA63B20-9415-9199-26EE-C677F56376E6}" dt="2024-03-30T10:16:26.205" v="84" actId="14100"/>
          <ac:spMkLst>
            <pc:docMk/>
            <pc:sldMk cId="1907777993" sldId="355"/>
            <ac:spMk id="2" creationId="{DEFB6131-5DB6-5201-2E27-04CD8CAAF1FD}"/>
          </ac:spMkLst>
        </pc:spChg>
        <pc:spChg chg="mod">
          <ac:chgData name="NEAM HENG CHONG  TIMOTHY" userId="S::2201291@sit.singaporetech.edu.sg::67fae3e4-847a-4f7b-814d-9705d99839e2" providerId="AD" clId="Web-{4EA63B20-9415-9199-26EE-C677F56376E6}" dt="2024-03-30T10:20:38.676" v="141" actId="1076"/>
          <ac:spMkLst>
            <pc:docMk/>
            <pc:sldMk cId="1907777993" sldId="355"/>
            <ac:spMk id="8" creationId="{0772ED0C-C00C-E3DA-B75E-724E1574E612}"/>
          </ac:spMkLst>
        </pc:spChg>
        <pc:spChg chg="mod">
          <ac:chgData name="NEAM HENG CHONG  TIMOTHY" userId="S::2201291@sit.singaporetech.edu.sg::67fae3e4-847a-4f7b-814d-9705d99839e2" providerId="AD" clId="Web-{4EA63B20-9415-9199-26EE-C677F56376E6}" dt="2024-03-30T10:21:01.426" v="148" actId="14100"/>
          <ac:spMkLst>
            <pc:docMk/>
            <pc:sldMk cId="1907777993" sldId="355"/>
            <ac:spMk id="16" creationId="{AAFDBEA5-6841-4C0D-50E3-17701F22165F}"/>
          </ac:spMkLst>
        </pc:spChg>
        <pc:spChg chg="mod">
          <ac:chgData name="NEAM HENG CHONG  TIMOTHY" userId="S::2201291@sit.singaporetech.edu.sg::67fae3e4-847a-4f7b-814d-9705d99839e2" providerId="AD" clId="Web-{4EA63B20-9415-9199-26EE-C677F56376E6}" dt="2024-03-30T10:21:13.848" v="153" actId="688"/>
          <ac:spMkLst>
            <pc:docMk/>
            <pc:sldMk cId="1907777993" sldId="355"/>
            <ac:spMk id="18" creationId="{BEDAE080-B8D3-7A24-33FA-3837611A399E}"/>
          </ac:spMkLst>
        </pc:spChg>
        <pc:spChg chg="mod">
          <ac:chgData name="NEAM HENG CHONG  TIMOTHY" userId="S::2201291@sit.singaporetech.edu.sg::67fae3e4-847a-4f7b-814d-9705d99839e2" providerId="AD" clId="Web-{4EA63B20-9415-9199-26EE-C677F56376E6}" dt="2024-03-30T10:21:25.130" v="158" actId="1076"/>
          <ac:spMkLst>
            <pc:docMk/>
            <pc:sldMk cId="1907777993" sldId="355"/>
            <ac:spMk id="19" creationId="{1AB6865C-433E-141B-2B56-BFBF2F18D2DF}"/>
          </ac:spMkLst>
        </pc:spChg>
        <pc:spChg chg="mod">
          <ac:chgData name="NEAM HENG CHONG  TIMOTHY" userId="S::2201291@sit.singaporetech.edu.sg::67fae3e4-847a-4f7b-814d-9705d99839e2" providerId="AD" clId="Web-{4EA63B20-9415-9199-26EE-C677F56376E6}" dt="2024-03-30T10:21:59.380" v="169" actId="1076"/>
          <ac:spMkLst>
            <pc:docMk/>
            <pc:sldMk cId="1907777993" sldId="355"/>
            <ac:spMk id="22" creationId="{A9C9D4C6-F8DE-264A-4734-CD07ACC8FD3D}"/>
          </ac:spMkLst>
        </pc:spChg>
        <pc:spChg chg="mod">
          <ac:chgData name="NEAM HENG CHONG  TIMOTHY" userId="S::2201291@sit.singaporetech.edu.sg::67fae3e4-847a-4f7b-814d-9705d99839e2" providerId="AD" clId="Web-{4EA63B20-9415-9199-26EE-C677F56376E6}" dt="2024-03-30T10:22:05.224" v="171" actId="1076"/>
          <ac:spMkLst>
            <pc:docMk/>
            <pc:sldMk cId="1907777993" sldId="355"/>
            <ac:spMk id="24" creationId="{4BE8DD09-0D4F-C7B3-9C00-CF5C2B59D1BD}"/>
          </ac:spMkLst>
        </pc:spChg>
        <pc:picChg chg="mod">
          <ac:chgData name="NEAM HENG CHONG  TIMOTHY" userId="S::2201291@sit.singaporetech.edu.sg::67fae3e4-847a-4f7b-814d-9705d99839e2" providerId="AD" clId="Web-{4EA63B20-9415-9199-26EE-C677F56376E6}" dt="2024-03-30T10:20:45.114" v="143" actId="14100"/>
          <ac:picMkLst>
            <pc:docMk/>
            <pc:sldMk cId="1907777993" sldId="355"/>
            <ac:picMk id="3" creationId="{DE4B1844-D352-89A3-4649-AC47A5B7A8F6}"/>
          </ac:picMkLst>
        </pc:picChg>
        <pc:picChg chg="mod">
          <ac:chgData name="NEAM HENG CHONG  TIMOTHY" userId="S::2201291@sit.singaporetech.edu.sg::67fae3e4-847a-4f7b-814d-9705d99839e2" providerId="AD" clId="Web-{4EA63B20-9415-9199-26EE-C677F56376E6}" dt="2024-03-30T10:21:57.255" v="168" actId="1076"/>
          <ac:picMkLst>
            <pc:docMk/>
            <pc:sldMk cId="1907777993" sldId="355"/>
            <ac:picMk id="13" creationId="{27ACB834-D39D-3351-7AAC-9803E2993447}"/>
          </ac:picMkLst>
        </pc:picChg>
        <pc:picChg chg="mod">
          <ac:chgData name="NEAM HENG CHONG  TIMOTHY" userId="S::2201291@sit.singaporetech.edu.sg::67fae3e4-847a-4f7b-814d-9705d99839e2" providerId="AD" clId="Web-{4EA63B20-9415-9199-26EE-C677F56376E6}" dt="2024-03-30T10:21:18.801" v="155" actId="14100"/>
          <ac:picMkLst>
            <pc:docMk/>
            <pc:sldMk cId="1907777993" sldId="355"/>
            <ac:picMk id="20" creationId="{80F15BFD-0BEC-463D-0603-343C14EB6C42}"/>
          </ac:picMkLst>
        </pc:picChg>
        <pc:cxnChg chg="mod">
          <ac:chgData name="NEAM HENG CHONG  TIMOTHY" userId="S::2201291@sit.singaporetech.edu.sg::67fae3e4-847a-4f7b-814d-9705d99839e2" providerId="AD" clId="Web-{4EA63B20-9415-9199-26EE-C677F56376E6}" dt="2024-03-30T10:21:55.645" v="167" actId="14100"/>
          <ac:cxnSpMkLst>
            <pc:docMk/>
            <pc:sldMk cId="1907777993" sldId="355"/>
            <ac:cxnSpMk id="17" creationId="{A3C21157-C31C-D160-4C09-2DAD1653761D}"/>
          </ac:cxnSpMkLst>
        </pc:cxnChg>
        <pc:cxnChg chg="mod">
          <ac:chgData name="NEAM HENG CHONG  TIMOTHY" userId="S::2201291@sit.singaporetech.edu.sg::67fae3e4-847a-4f7b-814d-9705d99839e2" providerId="AD" clId="Web-{4EA63B20-9415-9199-26EE-C677F56376E6}" dt="2024-03-30T10:22:02.208" v="170" actId="14100"/>
          <ac:cxnSpMkLst>
            <pc:docMk/>
            <pc:sldMk cId="1907777993" sldId="355"/>
            <ac:cxnSpMk id="21" creationId="{EB321963-0EC8-CE9C-105C-178F5798BEA8}"/>
          </ac:cxnSpMkLst>
        </pc:cxnChg>
      </pc:sldChg>
      <pc:sldChg chg="addSp delSp modSp">
        <pc:chgData name="NEAM HENG CHONG  TIMOTHY" userId="S::2201291@sit.singaporetech.edu.sg::67fae3e4-847a-4f7b-814d-9705d99839e2" providerId="AD" clId="Web-{4EA63B20-9415-9199-26EE-C677F56376E6}" dt="2024-03-30T10:20:27.489" v="140" actId="14100"/>
        <pc:sldMkLst>
          <pc:docMk/>
          <pc:sldMk cId="3573787477" sldId="356"/>
        </pc:sldMkLst>
        <pc:spChg chg="del">
          <ac:chgData name="NEAM HENG CHONG  TIMOTHY" userId="S::2201291@sit.singaporetech.edu.sg::67fae3e4-847a-4f7b-814d-9705d99839e2" providerId="AD" clId="Web-{4EA63B20-9415-9199-26EE-C677F56376E6}" dt="2024-03-30T10:16:31.643" v="85"/>
          <ac:spMkLst>
            <pc:docMk/>
            <pc:sldMk cId="3573787477" sldId="356"/>
            <ac:spMk id="2" creationId="{DEFB6131-5DB6-5201-2E27-04CD8CAAF1FD}"/>
          </ac:spMkLst>
        </pc:spChg>
        <pc:spChg chg="mod">
          <ac:chgData name="NEAM HENG CHONG  TIMOTHY" userId="S::2201291@sit.singaporetech.edu.sg::67fae3e4-847a-4f7b-814d-9705d99839e2" providerId="AD" clId="Web-{4EA63B20-9415-9199-26EE-C677F56376E6}" dt="2024-03-30T10:19:41.644" v="125" actId="1076"/>
          <ac:spMkLst>
            <pc:docMk/>
            <pc:sldMk cId="3573787477" sldId="356"/>
            <ac:spMk id="6" creationId="{47F15FEF-2385-6BC8-840B-5D264DB0AEAD}"/>
          </ac:spMkLst>
        </pc:spChg>
        <pc:spChg chg="mod">
          <ac:chgData name="NEAM HENG CHONG  TIMOTHY" userId="S::2201291@sit.singaporetech.edu.sg::67fae3e4-847a-4f7b-814d-9705d99839e2" providerId="AD" clId="Web-{4EA63B20-9415-9199-26EE-C677F56376E6}" dt="2024-03-30T10:19:58.520" v="130" actId="14100"/>
          <ac:spMkLst>
            <pc:docMk/>
            <pc:sldMk cId="3573787477" sldId="356"/>
            <ac:spMk id="11" creationId="{DEC32C2D-6C9A-1966-8424-BAB9C3E9704A}"/>
          </ac:spMkLst>
        </pc:spChg>
        <pc:spChg chg="add del mod">
          <ac:chgData name="NEAM HENG CHONG  TIMOTHY" userId="S::2201291@sit.singaporetech.edu.sg::67fae3e4-847a-4f7b-814d-9705d99839e2" providerId="AD" clId="Web-{4EA63B20-9415-9199-26EE-C677F56376E6}" dt="2024-03-30T10:16:37.924" v="87"/>
          <ac:spMkLst>
            <pc:docMk/>
            <pc:sldMk cId="3573787477" sldId="356"/>
            <ac:spMk id="12" creationId="{AB56C7A1-1A40-B262-ADCC-932D304C6E9E}"/>
          </ac:spMkLst>
        </pc:spChg>
        <pc:spChg chg="mod">
          <ac:chgData name="NEAM HENG CHONG  TIMOTHY" userId="S::2201291@sit.singaporetech.edu.sg::67fae3e4-847a-4f7b-814d-9705d99839e2" providerId="AD" clId="Web-{4EA63B20-9415-9199-26EE-C677F56376E6}" dt="2024-03-30T10:20:06.848" v="133" actId="1076"/>
          <ac:spMkLst>
            <pc:docMk/>
            <pc:sldMk cId="3573787477" sldId="356"/>
            <ac:spMk id="14" creationId="{394DF7DD-B4AF-B81F-010A-8489B8E04F8D}"/>
          </ac:spMkLst>
        </pc:spChg>
        <pc:spChg chg="add del">
          <ac:chgData name="NEAM HENG CHONG  TIMOTHY" userId="S::2201291@sit.singaporetech.edu.sg::67fae3e4-847a-4f7b-814d-9705d99839e2" providerId="AD" clId="Web-{4EA63B20-9415-9199-26EE-C677F56376E6}" dt="2024-03-30T10:16:41.877" v="88"/>
          <ac:spMkLst>
            <pc:docMk/>
            <pc:sldMk cId="3573787477" sldId="356"/>
            <ac:spMk id="16" creationId="{EB9EC43D-3A14-235F-101F-53C214F3F270}"/>
          </ac:spMkLst>
        </pc:spChg>
        <pc:spChg chg="add mod">
          <ac:chgData name="NEAM HENG CHONG  TIMOTHY" userId="S::2201291@sit.singaporetech.edu.sg::67fae3e4-847a-4f7b-814d-9705d99839e2" providerId="AD" clId="Web-{4EA63B20-9415-9199-26EE-C677F56376E6}" dt="2024-03-30T10:16:42.315" v="89"/>
          <ac:spMkLst>
            <pc:docMk/>
            <pc:sldMk cId="3573787477" sldId="356"/>
            <ac:spMk id="18" creationId="{2D80F06B-8A4F-65B0-FF7F-BCA471144858}"/>
          </ac:spMkLst>
        </pc:spChg>
        <pc:picChg chg="mod">
          <ac:chgData name="NEAM HENG CHONG  TIMOTHY" userId="S::2201291@sit.singaporetech.edu.sg::67fae3e4-847a-4f7b-814d-9705d99839e2" providerId="AD" clId="Web-{4EA63B20-9415-9199-26EE-C677F56376E6}" dt="2024-03-30T10:20:23.785" v="139" actId="1076"/>
          <ac:picMkLst>
            <pc:docMk/>
            <pc:sldMk cId="3573787477" sldId="356"/>
            <ac:picMk id="3" creationId="{72EBD1B0-656D-CB10-189C-FF8B15A6E5D8}"/>
          </ac:picMkLst>
        </pc:picChg>
        <pc:picChg chg="mod">
          <ac:chgData name="NEAM HENG CHONG  TIMOTHY" userId="S::2201291@sit.singaporetech.edu.sg::67fae3e4-847a-4f7b-814d-9705d99839e2" providerId="AD" clId="Web-{4EA63B20-9415-9199-26EE-C677F56376E6}" dt="2024-03-30T10:19:46.223" v="127" actId="14100"/>
          <ac:picMkLst>
            <pc:docMk/>
            <pc:sldMk cId="3573787477" sldId="356"/>
            <ac:picMk id="4" creationId="{5C167F59-7C9A-1693-3AF5-9D6354E02938}"/>
          </ac:picMkLst>
        </pc:picChg>
        <pc:cxnChg chg="mod">
          <ac:chgData name="NEAM HENG CHONG  TIMOTHY" userId="S::2201291@sit.singaporetech.edu.sg::67fae3e4-847a-4f7b-814d-9705d99839e2" providerId="AD" clId="Web-{4EA63B20-9415-9199-26EE-C677F56376E6}" dt="2024-03-30T10:20:27.489" v="140" actId="14100"/>
          <ac:cxnSpMkLst>
            <pc:docMk/>
            <pc:sldMk cId="3573787477" sldId="356"/>
            <ac:cxnSpMk id="8" creationId="{585E2D3E-66EE-BF01-AA87-E8B50A50A4F8}"/>
          </ac:cxnSpMkLst>
        </pc:cxnChg>
        <pc:cxnChg chg="mod">
          <ac:chgData name="NEAM HENG CHONG  TIMOTHY" userId="S::2201291@sit.singaporetech.edu.sg::67fae3e4-847a-4f7b-814d-9705d99839e2" providerId="AD" clId="Web-{4EA63B20-9415-9199-26EE-C677F56376E6}" dt="2024-03-30T10:19:49.066" v="128" actId="14100"/>
          <ac:cxnSpMkLst>
            <pc:docMk/>
            <pc:sldMk cId="3573787477" sldId="356"/>
            <ac:cxnSpMk id="25" creationId="{4B6F7B6E-B60F-A5BA-ED9A-1C6DF03DBE24}"/>
          </ac:cxnSpMkLst>
        </pc:cxnChg>
      </pc:sldChg>
      <pc:sldChg chg="addSp delSp modSp">
        <pc:chgData name="NEAM HENG CHONG  TIMOTHY" userId="S::2201291@sit.singaporetech.edu.sg::67fae3e4-847a-4f7b-814d-9705d99839e2" providerId="AD" clId="Web-{4EA63B20-9415-9199-26EE-C677F56376E6}" dt="2024-03-30T10:18:22.956" v="124" actId="14100"/>
        <pc:sldMkLst>
          <pc:docMk/>
          <pc:sldMk cId="1002200394" sldId="357"/>
        </pc:sldMkLst>
        <pc:spChg chg="del">
          <ac:chgData name="NEAM HENG CHONG  TIMOTHY" userId="S::2201291@sit.singaporetech.edu.sg::67fae3e4-847a-4f7b-814d-9705d99839e2" providerId="AD" clId="Web-{4EA63B20-9415-9199-26EE-C677F56376E6}" dt="2024-03-30T10:16:46.065" v="90"/>
          <ac:spMkLst>
            <pc:docMk/>
            <pc:sldMk cId="1002200394" sldId="357"/>
            <ac:spMk id="2" creationId="{DEFB6131-5DB6-5201-2E27-04CD8CAAF1FD}"/>
          </ac:spMkLst>
        </pc:spChg>
        <pc:spChg chg="mod">
          <ac:chgData name="NEAM HENG CHONG  TIMOTHY" userId="S::2201291@sit.singaporetech.edu.sg::67fae3e4-847a-4f7b-814d-9705d99839e2" providerId="AD" clId="Web-{4EA63B20-9415-9199-26EE-C677F56376E6}" dt="2024-03-30T10:18:22.956" v="124" actId="14100"/>
          <ac:spMkLst>
            <pc:docMk/>
            <pc:sldMk cId="1002200394" sldId="357"/>
            <ac:spMk id="5" creationId="{8A49EF2B-1E16-C1A4-CC78-C71446BD2407}"/>
          </ac:spMkLst>
        </pc:spChg>
        <pc:spChg chg="add del mod">
          <ac:chgData name="NEAM HENG CHONG  TIMOTHY" userId="S::2201291@sit.singaporetech.edu.sg::67fae3e4-847a-4f7b-814d-9705d99839e2" providerId="AD" clId="Web-{4EA63B20-9415-9199-26EE-C677F56376E6}" dt="2024-03-30T10:16:48.909" v="92"/>
          <ac:spMkLst>
            <pc:docMk/>
            <pc:sldMk cId="1002200394" sldId="357"/>
            <ac:spMk id="7" creationId="{57803015-BEF8-92AE-0331-A2F2A7DBDA50}"/>
          </ac:spMkLst>
        </pc:spChg>
        <pc:spChg chg="add">
          <ac:chgData name="NEAM HENG CHONG  TIMOTHY" userId="S::2201291@sit.singaporetech.edu.sg::67fae3e4-847a-4f7b-814d-9705d99839e2" providerId="AD" clId="Web-{4EA63B20-9415-9199-26EE-C677F56376E6}" dt="2024-03-30T10:16:46.284" v="91"/>
          <ac:spMkLst>
            <pc:docMk/>
            <pc:sldMk cId="1002200394" sldId="357"/>
            <ac:spMk id="12" creationId="{012D0492-5EA7-6693-D702-3EB1AB8711D7}"/>
          </ac:spMkLst>
        </pc:spChg>
        <pc:picChg chg="mod">
          <ac:chgData name="NEAM HENG CHONG  TIMOTHY" userId="S::2201291@sit.singaporetech.edu.sg::67fae3e4-847a-4f7b-814d-9705d99839e2" providerId="AD" clId="Web-{4EA63B20-9415-9199-26EE-C677F56376E6}" dt="2024-03-30T10:17:38.128" v="110" actId="1076"/>
          <ac:picMkLst>
            <pc:docMk/>
            <pc:sldMk cId="1002200394" sldId="357"/>
            <ac:picMk id="3" creationId="{CF7D5A14-DDE0-D0E7-DE11-361D59F4246A}"/>
          </ac:picMkLst>
        </pc:picChg>
        <pc:picChg chg="mod">
          <ac:chgData name="NEAM HENG CHONG  TIMOTHY" userId="S::2201291@sit.singaporetech.edu.sg::67fae3e4-847a-4f7b-814d-9705d99839e2" providerId="AD" clId="Web-{4EA63B20-9415-9199-26EE-C677F56376E6}" dt="2024-03-30T10:17:50.331" v="115" actId="14100"/>
          <ac:picMkLst>
            <pc:docMk/>
            <pc:sldMk cId="1002200394" sldId="357"/>
            <ac:picMk id="6" creationId="{23D3FED4-5BA4-AAA3-94F8-22E1165E1100}"/>
          </ac:picMkLst>
        </pc:picChg>
        <pc:picChg chg="mod">
          <ac:chgData name="NEAM HENG CHONG  TIMOTHY" userId="S::2201291@sit.singaporetech.edu.sg::67fae3e4-847a-4f7b-814d-9705d99839e2" providerId="AD" clId="Web-{4EA63B20-9415-9199-26EE-C677F56376E6}" dt="2024-03-30T10:18:13.159" v="122" actId="1076"/>
          <ac:picMkLst>
            <pc:docMk/>
            <pc:sldMk cId="1002200394" sldId="357"/>
            <ac:picMk id="9" creationId="{BA087C2B-9475-9B0B-1111-E3B14880FB88}"/>
          </ac:picMkLst>
        </pc:picChg>
        <pc:cxnChg chg="mod">
          <ac:chgData name="NEAM HENG CHONG  TIMOTHY" userId="S::2201291@sit.singaporetech.edu.sg::67fae3e4-847a-4f7b-814d-9705d99839e2" providerId="AD" clId="Web-{4EA63B20-9415-9199-26EE-C677F56376E6}" dt="2024-03-30T10:17:47.519" v="114" actId="14100"/>
          <ac:cxnSpMkLst>
            <pc:docMk/>
            <pc:sldMk cId="1002200394" sldId="357"/>
            <ac:cxnSpMk id="8" creationId="{5F83B57A-CAE3-2D71-EA33-A3C59CCBDC87}"/>
          </ac:cxnSpMkLst>
        </pc:cxnChg>
        <pc:cxnChg chg="mod">
          <ac:chgData name="NEAM HENG CHONG  TIMOTHY" userId="S::2201291@sit.singaporetech.edu.sg::67fae3e4-847a-4f7b-814d-9705d99839e2" providerId="AD" clId="Web-{4EA63B20-9415-9199-26EE-C677F56376E6}" dt="2024-03-30T10:18:10.144" v="121" actId="14100"/>
          <ac:cxnSpMkLst>
            <pc:docMk/>
            <pc:sldMk cId="1002200394" sldId="357"/>
            <ac:cxnSpMk id="10" creationId="{64B69B1A-BC9C-004D-D851-34505CDA1451}"/>
          </ac:cxnSpMkLst>
        </pc:cxnChg>
      </pc:sldChg>
      <pc:sldChg chg="modSp add replId">
        <pc:chgData name="NEAM HENG CHONG  TIMOTHY" userId="S::2201291@sit.singaporetech.edu.sg::67fae3e4-847a-4f7b-814d-9705d99839e2" providerId="AD" clId="Web-{4EA63B20-9415-9199-26EE-C677F56376E6}" dt="2024-03-30T10:10:13.203" v="41" actId="20577"/>
        <pc:sldMkLst>
          <pc:docMk/>
          <pc:sldMk cId="2006477524" sldId="358"/>
        </pc:sldMkLst>
        <pc:spChg chg="mod">
          <ac:chgData name="NEAM HENG CHONG  TIMOTHY" userId="S::2201291@sit.singaporetech.edu.sg::67fae3e4-847a-4f7b-814d-9705d99839e2" providerId="AD" clId="Web-{4EA63B20-9415-9199-26EE-C677F56376E6}" dt="2024-03-30T10:10:13.203" v="41" actId="20577"/>
          <ac:spMkLst>
            <pc:docMk/>
            <pc:sldMk cId="2006477524" sldId="358"/>
            <ac:spMk id="2" creationId="{69FAE308-3076-43DB-B834-DA0B0AE19AF9}"/>
          </ac:spMkLst>
        </pc:spChg>
      </pc:sldChg>
    </pc:docChg>
  </pc:docChgLst>
  <pc:docChgLst>
    <pc:chgData name="LEE ZHENG HAN" userId="S::2201085@sit.singaporetech.edu.sg::e7f7cb89-b9d1-41fe-bfe1-e92f680dc436" providerId="AD" clId="Web-{811DD781-9075-E6A0-34F0-EF916576F4D5}"/>
    <pc:docChg chg="addSld modSld">
      <pc:chgData name="LEE ZHENG HAN" userId="S::2201085@sit.singaporetech.edu.sg::e7f7cb89-b9d1-41fe-bfe1-e92f680dc436" providerId="AD" clId="Web-{811DD781-9075-E6A0-34F0-EF916576F4D5}" dt="2024-03-30T08:07:28.855" v="21" actId="1076"/>
      <pc:docMkLst>
        <pc:docMk/>
      </pc:docMkLst>
      <pc:sldChg chg="addSp delSp modSp add replId">
        <pc:chgData name="LEE ZHENG HAN" userId="S::2201085@sit.singaporetech.edu.sg::e7f7cb89-b9d1-41fe-bfe1-e92f680dc436" providerId="AD" clId="Web-{811DD781-9075-E6A0-34F0-EF916576F4D5}" dt="2024-03-30T08:07:04.988" v="14" actId="1076"/>
        <pc:sldMkLst>
          <pc:docMk/>
          <pc:sldMk cId="2125932545" sldId="352"/>
        </pc:sldMkLst>
        <pc:spChg chg="mod">
          <ac:chgData name="LEE ZHENG HAN" userId="S::2201085@sit.singaporetech.edu.sg::e7f7cb89-b9d1-41fe-bfe1-e92f680dc436" providerId="AD" clId="Web-{811DD781-9075-E6A0-34F0-EF916576F4D5}" dt="2024-03-30T08:04:44.140" v="9" actId="20577"/>
          <ac:spMkLst>
            <pc:docMk/>
            <pc:sldMk cId="2125932545" sldId="352"/>
            <ac:spMk id="2" creationId="{DEFB6131-5DB6-5201-2E27-04CD8CAAF1FD}"/>
          </ac:spMkLst>
        </pc:spChg>
        <pc:picChg chg="add mod">
          <ac:chgData name="LEE ZHENG HAN" userId="S::2201085@sit.singaporetech.edu.sg::e7f7cb89-b9d1-41fe-bfe1-e92f680dc436" providerId="AD" clId="Web-{811DD781-9075-E6A0-34F0-EF916576F4D5}" dt="2024-03-30T08:07:04.988" v="14" actId="1076"/>
          <ac:picMkLst>
            <pc:docMk/>
            <pc:sldMk cId="2125932545" sldId="352"/>
            <ac:picMk id="3" creationId="{54D4C33D-8E7C-CCAA-2DBE-977E2B8E7C2A}"/>
          </ac:picMkLst>
        </pc:picChg>
        <pc:picChg chg="del">
          <ac:chgData name="LEE ZHENG HAN" userId="S::2201085@sit.singaporetech.edu.sg::e7f7cb89-b9d1-41fe-bfe1-e92f680dc436" providerId="AD" clId="Web-{811DD781-9075-E6A0-34F0-EF916576F4D5}" dt="2024-03-30T08:04:32.124" v="1"/>
          <ac:picMkLst>
            <pc:docMk/>
            <pc:sldMk cId="2125932545" sldId="352"/>
            <ac:picMk id="4" creationId="{2BC09F5F-955E-B1FC-EDBC-2F1A37061373}"/>
          </ac:picMkLst>
        </pc:picChg>
      </pc:sldChg>
      <pc:sldChg chg="addSp delSp modSp add replId">
        <pc:chgData name="LEE ZHENG HAN" userId="S::2201085@sit.singaporetech.edu.sg::e7f7cb89-b9d1-41fe-bfe1-e92f680dc436" providerId="AD" clId="Web-{811DD781-9075-E6A0-34F0-EF916576F4D5}" dt="2024-03-30T08:07:28.855" v="21" actId="1076"/>
        <pc:sldMkLst>
          <pc:docMk/>
          <pc:sldMk cId="1188240004" sldId="353"/>
        </pc:sldMkLst>
        <pc:picChg chg="del">
          <ac:chgData name="LEE ZHENG HAN" userId="S::2201085@sit.singaporetech.edu.sg::e7f7cb89-b9d1-41fe-bfe1-e92f680dc436" providerId="AD" clId="Web-{811DD781-9075-E6A0-34F0-EF916576F4D5}" dt="2024-03-30T08:07:08.270" v="16"/>
          <ac:picMkLst>
            <pc:docMk/>
            <pc:sldMk cId="1188240004" sldId="353"/>
            <ac:picMk id="3" creationId="{54D4C33D-8E7C-CCAA-2DBE-977E2B8E7C2A}"/>
          </ac:picMkLst>
        </pc:picChg>
        <pc:picChg chg="add mod">
          <ac:chgData name="LEE ZHENG HAN" userId="S::2201085@sit.singaporetech.edu.sg::e7f7cb89-b9d1-41fe-bfe1-e92f680dc436" providerId="AD" clId="Web-{811DD781-9075-E6A0-34F0-EF916576F4D5}" dt="2024-03-30T08:07:28.855" v="21" actId="1076"/>
          <ac:picMkLst>
            <pc:docMk/>
            <pc:sldMk cId="1188240004" sldId="353"/>
            <ac:picMk id="4" creationId="{5290AF16-6E89-AD11-E9D9-020F3C7E52DB}"/>
          </ac:picMkLst>
        </pc:picChg>
      </pc:sldChg>
    </pc:docChg>
  </pc:docChgLst>
  <pc:docChgLst>
    <pc:chgData name="NEAM HENG CHONG  TIMOTHY" userId="S::2201291@sit.singaporetech.edu.sg::67fae3e4-847a-4f7b-814d-9705d99839e2" providerId="AD" clId="Web-{25E4A82F-C8C2-DCF0-5058-28A8C4DE0DDE}"/>
    <pc:docChg chg="modSld">
      <pc:chgData name="NEAM HENG CHONG  TIMOTHY" userId="S::2201291@sit.singaporetech.edu.sg::67fae3e4-847a-4f7b-814d-9705d99839e2" providerId="AD" clId="Web-{25E4A82F-C8C2-DCF0-5058-28A8C4DE0DDE}" dt="2024-03-29T09:45:09.260" v="105"/>
      <pc:docMkLst>
        <pc:docMk/>
      </pc:docMkLst>
      <pc:sldChg chg="modSp">
        <pc:chgData name="NEAM HENG CHONG  TIMOTHY" userId="S::2201291@sit.singaporetech.edu.sg::67fae3e4-847a-4f7b-814d-9705d99839e2" providerId="AD" clId="Web-{25E4A82F-C8C2-DCF0-5058-28A8C4DE0DDE}" dt="2024-03-29T09:45:09.260" v="105"/>
        <pc:sldMkLst>
          <pc:docMk/>
          <pc:sldMk cId="1325608595" sldId="257"/>
        </pc:sldMkLst>
        <pc:graphicFrameChg chg="mod modGraphic">
          <ac:chgData name="NEAM HENG CHONG  TIMOTHY" userId="S::2201291@sit.singaporetech.edu.sg::67fae3e4-847a-4f7b-814d-9705d99839e2" providerId="AD" clId="Web-{25E4A82F-C8C2-DCF0-5058-28A8C4DE0DDE}" dt="2024-03-29T09:45:09.260" v="105"/>
          <ac:graphicFrameMkLst>
            <pc:docMk/>
            <pc:sldMk cId="1325608595" sldId="257"/>
            <ac:graphicFrameMk id="8" creationId="{3E220B6F-9B14-4BB3-9372-51092B50EB8D}"/>
          </ac:graphicFrameMkLst>
        </pc:graphicFrameChg>
      </pc:sldChg>
    </pc:docChg>
  </pc:docChgLst>
  <pc:docChgLst>
    <pc:chgData name="LEE ZHENG HAN" userId="S::2201085@sit.singaporetech.edu.sg::e7f7cb89-b9d1-41fe-bfe1-e92f680dc436" providerId="AD" clId="Web-{3454C05B-00D4-F104-6623-58D00F7495D4}"/>
    <pc:docChg chg="modSld">
      <pc:chgData name="LEE ZHENG HAN" userId="S::2201085@sit.singaporetech.edu.sg::e7f7cb89-b9d1-41fe-bfe1-e92f680dc436" providerId="AD" clId="Web-{3454C05B-00D4-F104-6623-58D00F7495D4}" dt="2024-01-12T05:53:39.659" v="0" actId="20577"/>
      <pc:docMkLst>
        <pc:docMk/>
      </pc:docMkLst>
    </pc:docChg>
  </pc:docChgLst>
  <pc:docChgLst>
    <pc:chgData name="NEAM HENG CHONG  TIMOTHY" userId="S::2201291@sit.singaporetech.edu.sg::67fae3e4-847a-4f7b-814d-9705d99839e2" providerId="AD" clId="Web-{0493F108-0BF0-922C-486D-D8310DD2FF2B}"/>
    <pc:docChg chg="addSld modSld">
      <pc:chgData name="NEAM HENG CHONG  TIMOTHY" userId="S::2201291@sit.singaporetech.edu.sg::67fae3e4-847a-4f7b-814d-9705d99839e2" providerId="AD" clId="Web-{0493F108-0BF0-922C-486D-D8310DD2FF2B}" dt="2024-03-30T09:32:08.238" v="302" actId="14100"/>
      <pc:docMkLst>
        <pc:docMk/>
      </pc:docMkLst>
      <pc:sldChg chg="modSp">
        <pc:chgData name="NEAM HENG CHONG  TIMOTHY" userId="S::2201291@sit.singaporetech.edu.sg::67fae3e4-847a-4f7b-814d-9705d99839e2" providerId="AD" clId="Web-{0493F108-0BF0-922C-486D-D8310DD2FF2B}" dt="2024-03-30T09:26:13.257" v="282" actId="1076"/>
        <pc:sldMkLst>
          <pc:docMk/>
          <pc:sldMk cId="2882675959" sldId="333"/>
        </pc:sldMkLst>
        <pc:spChg chg="mod">
          <ac:chgData name="NEAM HENG CHONG  TIMOTHY" userId="S::2201291@sit.singaporetech.edu.sg::67fae3e4-847a-4f7b-814d-9705d99839e2" providerId="AD" clId="Web-{0493F108-0BF0-922C-486D-D8310DD2FF2B}" dt="2024-03-30T09:26:13.257" v="282" actId="1076"/>
          <ac:spMkLst>
            <pc:docMk/>
            <pc:sldMk cId="2882675959" sldId="333"/>
            <ac:spMk id="8" creationId="{3BB0BE14-57C3-ED31-DF83-9CE786F294BB}"/>
          </ac:spMkLst>
        </pc:spChg>
      </pc:sldChg>
      <pc:sldChg chg="addSp delSp modSp mod modClrScheme chgLayout">
        <pc:chgData name="NEAM HENG CHONG  TIMOTHY" userId="S::2201291@sit.singaporetech.edu.sg::67fae3e4-847a-4f7b-814d-9705d99839e2" providerId="AD" clId="Web-{0493F108-0BF0-922C-486D-D8310DD2FF2B}" dt="2024-03-30T08:50:02.045" v="3"/>
        <pc:sldMkLst>
          <pc:docMk/>
          <pc:sldMk cId="2719793140" sldId="340"/>
        </pc:sldMkLst>
        <pc:spChg chg="mod">
          <ac:chgData name="NEAM HENG CHONG  TIMOTHY" userId="S::2201291@sit.singaporetech.edu.sg::67fae3e4-847a-4f7b-814d-9705d99839e2" providerId="AD" clId="Web-{0493F108-0BF0-922C-486D-D8310DD2FF2B}" dt="2024-03-30T08:50:02.045" v="3"/>
          <ac:spMkLst>
            <pc:docMk/>
            <pc:sldMk cId="2719793140" sldId="340"/>
            <ac:spMk id="2" creationId="{DEFB6131-5DB6-5201-2E27-04CD8CAAF1FD}"/>
          </ac:spMkLst>
        </pc:spChg>
        <pc:spChg chg="mod">
          <ac:chgData name="NEAM HENG CHONG  TIMOTHY" userId="S::2201291@sit.singaporetech.edu.sg::67fae3e4-847a-4f7b-814d-9705d99839e2" providerId="AD" clId="Web-{0493F108-0BF0-922C-486D-D8310DD2FF2B}" dt="2024-03-30T08:50:02.045" v="3"/>
          <ac:spMkLst>
            <pc:docMk/>
            <pc:sldMk cId="2719793140" sldId="340"/>
            <ac:spMk id="3" creationId="{8956EA54-6ACD-44E0-9148-B8A17A9CBEEB}"/>
          </ac:spMkLst>
        </pc:spChg>
        <pc:spChg chg="add del mod">
          <ac:chgData name="NEAM HENG CHONG  TIMOTHY" userId="S::2201291@sit.singaporetech.edu.sg::67fae3e4-847a-4f7b-814d-9705d99839e2" providerId="AD" clId="Web-{0493F108-0BF0-922C-486D-D8310DD2FF2B}" dt="2024-03-30T08:50:02.045" v="2"/>
          <ac:spMkLst>
            <pc:docMk/>
            <pc:sldMk cId="2719793140" sldId="340"/>
            <ac:spMk id="8" creationId="{DF72716F-77DD-C6EA-FD7E-733BD9470000}"/>
          </ac:spMkLst>
        </pc:spChg>
        <pc:spChg chg="add del mod">
          <ac:chgData name="NEAM HENG CHONG  TIMOTHY" userId="S::2201291@sit.singaporetech.edu.sg::67fae3e4-847a-4f7b-814d-9705d99839e2" providerId="AD" clId="Web-{0493F108-0BF0-922C-486D-D8310DD2FF2B}" dt="2024-03-30T08:50:02.045" v="2"/>
          <ac:spMkLst>
            <pc:docMk/>
            <pc:sldMk cId="2719793140" sldId="340"/>
            <ac:spMk id="10" creationId="{E9236400-EF07-45C2-68B4-C29C9788672D}"/>
          </ac:spMkLst>
        </pc:spChg>
        <pc:spChg chg="add mod">
          <ac:chgData name="NEAM HENG CHONG  TIMOTHY" userId="S::2201291@sit.singaporetech.edu.sg::67fae3e4-847a-4f7b-814d-9705d99839e2" providerId="AD" clId="Web-{0493F108-0BF0-922C-486D-D8310DD2FF2B}" dt="2024-03-30T08:50:02.045" v="3"/>
          <ac:spMkLst>
            <pc:docMk/>
            <pc:sldMk cId="2719793140" sldId="340"/>
            <ac:spMk id="12" creationId="{2BB48747-60D5-CD5B-E768-48FD4A7AE8BB}"/>
          </ac:spMkLst>
        </pc:spChg>
        <pc:spChg chg="add mod">
          <ac:chgData name="NEAM HENG CHONG  TIMOTHY" userId="S::2201291@sit.singaporetech.edu.sg::67fae3e4-847a-4f7b-814d-9705d99839e2" providerId="AD" clId="Web-{0493F108-0BF0-922C-486D-D8310DD2FF2B}" dt="2024-03-30T08:50:02.045" v="3"/>
          <ac:spMkLst>
            <pc:docMk/>
            <pc:sldMk cId="2719793140" sldId="340"/>
            <ac:spMk id="13" creationId="{C1E98357-94EA-1495-4108-8304ACD20081}"/>
          </ac:spMkLst>
        </pc:spChg>
      </pc:sldChg>
      <pc:sldChg chg="addSp delSp modSp">
        <pc:chgData name="NEAM HENG CHONG  TIMOTHY" userId="S::2201291@sit.singaporetech.edu.sg::67fae3e4-847a-4f7b-814d-9705d99839e2" providerId="AD" clId="Web-{0493F108-0BF0-922C-486D-D8310DD2FF2B}" dt="2024-03-30T09:25:59.115" v="278"/>
        <pc:sldMkLst>
          <pc:docMk/>
          <pc:sldMk cId="3813497245" sldId="343"/>
        </pc:sldMkLst>
        <pc:picChg chg="add del mod">
          <ac:chgData name="NEAM HENG CHONG  TIMOTHY" userId="S::2201291@sit.singaporetech.edu.sg::67fae3e4-847a-4f7b-814d-9705d99839e2" providerId="AD" clId="Web-{0493F108-0BF0-922C-486D-D8310DD2FF2B}" dt="2024-03-30T09:25:59.115" v="278"/>
          <ac:picMkLst>
            <pc:docMk/>
            <pc:sldMk cId="3813497245" sldId="343"/>
            <ac:picMk id="3" creationId="{0158304B-F247-6619-F719-7483EAD92723}"/>
          </ac:picMkLst>
        </pc:picChg>
        <pc:picChg chg="del">
          <ac:chgData name="NEAM HENG CHONG  TIMOTHY" userId="S::2201291@sit.singaporetech.edu.sg::67fae3e4-847a-4f7b-814d-9705d99839e2" providerId="AD" clId="Web-{0493F108-0BF0-922C-486D-D8310DD2FF2B}" dt="2024-03-30T09:25:40.318" v="274"/>
          <ac:picMkLst>
            <pc:docMk/>
            <pc:sldMk cId="3813497245" sldId="343"/>
            <ac:picMk id="8" creationId="{192D5667-4C76-3092-D4AF-C5C6C821089C}"/>
          </ac:picMkLst>
        </pc:picChg>
      </pc:sldChg>
      <pc:sldChg chg="modSp">
        <pc:chgData name="NEAM HENG CHONG  TIMOTHY" userId="S::2201291@sit.singaporetech.edu.sg::67fae3e4-847a-4f7b-814d-9705d99839e2" providerId="AD" clId="Web-{0493F108-0BF0-922C-486D-D8310DD2FF2B}" dt="2024-03-30T09:32:08.238" v="302" actId="14100"/>
        <pc:sldMkLst>
          <pc:docMk/>
          <pc:sldMk cId="3333781544" sldId="346"/>
        </pc:sldMkLst>
        <pc:picChg chg="mod">
          <ac:chgData name="NEAM HENG CHONG  TIMOTHY" userId="S::2201291@sit.singaporetech.edu.sg::67fae3e4-847a-4f7b-814d-9705d99839e2" providerId="AD" clId="Web-{0493F108-0BF0-922C-486D-D8310DD2FF2B}" dt="2024-03-30T09:31:27.533" v="292" actId="1076"/>
          <ac:picMkLst>
            <pc:docMk/>
            <pc:sldMk cId="3333781544" sldId="346"/>
            <ac:picMk id="1032" creationId="{95B59D8F-113F-4BE3-8058-4395466A8BE1}"/>
          </ac:picMkLst>
        </pc:picChg>
        <pc:picChg chg="mod">
          <ac:chgData name="NEAM HENG CHONG  TIMOTHY" userId="S::2201291@sit.singaporetech.edu.sg::67fae3e4-847a-4f7b-814d-9705d99839e2" providerId="AD" clId="Web-{0493F108-0BF0-922C-486D-D8310DD2FF2B}" dt="2024-03-30T09:31:40.518" v="297" actId="1076"/>
          <ac:picMkLst>
            <pc:docMk/>
            <pc:sldMk cId="3333781544" sldId="346"/>
            <ac:picMk id="1034" creationId="{D33681CA-325E-4A30-AAFB-CD79CD666370}"/>
          </ac:picMkLst>
        </pc:picChg>
        <pc:picChg chg="mod">
          <ac:chgData name="NEAM HENG CHONG  TIMOTHY" userId="S::2201291@sit.singaporetech.edu.sg::67fae3e4-847a-4f7b-814d-9705d99839e2" providerId="AD" clId="Web-{0493F108-0BF0-922C-486D-D8310DD2FF2B}" dt="2024-03-30T09:31:31.721" v="293" actId="1076"/>
          <ac:picMkLst>
            <pc:docMk/>
            <pc:sldMk cId="3333781544" sldId="346"/>
            <ac:picMk id="1036" creationId="{B8127404-0803-4FBD-B38A-7FC5C6C5A94A}"/>
          </ac:picMkLst>
        </pc:picChg>
        <pc:cxnChg chg="mod">
          <ac:chgData name="NEAM HENG CHONG  TIMOTHY" userId="S::2201291@sit.singaporetech.edu.sg::67fae3e4-847a-4f7b-814d-9705d99839e2" providerId="AD" clId="Web-{0493F108-0BF0-922C-486D-D8310DD2FF2B}" dt="2024-03-30T09:31:53.909" v="300" actId="14100"/>
          <ac:cxnSpMkLst>
            <pc:docMk/>
            <pc:sldMk cId="3333781544" sldId="346"/>
            <ac:cxnSpMk id="4" creationId="{F677AC9F-7D69-4061-8C03-4521082388B3}"/>
          </ac:cxnSpMkLst>
        </pc:cxnChg>
        <pc:cxnChg chg="mod">
          <ac:chgData name="NEAM HENG CHONG  TIMOTHY" userId="S::2201291@sit.singaporetech.edu.sg::67fae3e4-847a-4f7b-814d-9705d99839e2" providerId="AD" clId="Web-{0493F108-0BF0-922C-486D-D8310DD2FF2B}" dt="2024-03-30T09:32:08.238" v="302" actId="14100"/>
          <ac:cxnSpMkLst>
            <pc:docMk/>
            <pc:sldMk cId="3333781544" sldId="346"/>
            <ac:cxnSpMk id="11" creationId="{DF2419A7-63FE-4A46-BCC0-361675A3739C}"/>
          </ac:cxnSpMkLst>
        </pc:cxnChg>
      </pc:sldChg>
      <pc:sldChg chg="mod modShow">
        <pc:chgData name="NEAM HENG CHONG  TIMOTHY" userId="S::2201291@sit.singaporetech.edu.sg::67fae3e4-847a-4f7b-814d-9705d99839e2" providerId="AD" clId="Web-{0493F108-0BF0-922C-486D-D8310DD2FF2B}" dt="2024-03-30T09:30:48.657" v="288"/>
        <pc:sldMkLst>
          <pc:docMk/>
          <pc:sldMk cId="765978499" sldId="348"/>
        </pc:sldMkLst>
      </pc:sldChg>
    </pc:docChg>
  </pc:docChgLst>
  <pc:docChgLst>
    <pc:chgData name="LOO SIONG YU" userId="S::2201255@sit.singaporetech.edu.sg::4cea3fe2-e772-4cd8-b223-efd025da2b6d" providerId="AD" clId="Web-{1178391A-A7AA-EF67-3667-20F41F791B6F}"/>
    <pc:docChg chg="modSld">
      <pc:chgData name="LOO SIONG YU" userId="S::2201255@sit.singaporetech.edu.sg::4cea3fe2-e772-4cd8-b223-efd025da2b6d" providerId="AD" clId="Web-{1178391A-A7AA-EF67-3667-20F41F791B6F}" dt="2024-01-10T16:52:01.457" v="75"/>
      <pc:docMkLst>
        <pc:docMk/>
      </pc:docMkLst>
      <pc:sldChg chg="modSp">
        <pc:chgData name="LOO SIONG YU" userId="S::2201255@sit.singaporetech.edu.sg::4cea3fe2-e772-4cd8-b223-efd025da2b6d" providerId="AD" clId="Web-{1178391A-A7AA-EF67-3667-20F41F791B6F}" dt="2024-01-10T16:52:01.457" v="75"/>
        <pc:sldMkLst>
          <pc:docMk/>
          <pc:sldMk cId="1325608595" sldId="257"/>
        </pc:sldMkLst>
        <pc:graphicFrameChg chg="mod modGraphic">
          <ac:chgData name="LOO SIONG YU" userId="S::2201255@sit.singaporetech.edu.sg::4cea3fe2-e772-4cd8-b223-efd025da2b6d" providerId="AD" clId="Web-{1178391A-A7AA-EF67-3667-20F41F791B6F}" dt="2024-01-10T16:52:01.457" v="75"/>
          <ac:graphicFrameMkLst>
            <pc:docMk/>
            <pc:sldMk cId="1325608595" sldId="257"/>
            <ac:graphicFrameMk id="8" creationId="{3E220B6F-9B14-4BB3-9372-51092B50EB8D}"/>
          </ac:graphicFrameMkLst>
        </pc:graphicFrameChg>
      </pc:sldChg>
    </pc:docChg>
  </pc:docChgLst>
  <pc:docChgLst>
    <pc:chgData name="WANG RONGQI RICHIE" userId="073f28f4-8346-4411-a99e-88921d9e0c4a" providerId="ADAL" clId="{4645EA01-E1D8-5D41-99A3-578863FE78AE}"/>
    <pc:docChg chg="undo custSel addSld delSld modSld sldOrd">
      <pc:chgData name="WANG RONGQI RICHIE" userId="073f28f4-8346-4411-a99e-88921d9e0c4a" providerId="ADAL" clId="{4645EA01-E1D8-5D41-99A3-578863FE78AE}" dt="2024-01-12T04:16:52.352" v="1251" actId="11"/>
      <pc:docMkLst>
        <pc:docMk/>
      </pc:docMkLst>
    </pc:docChg>
  </pc:docChgLst>
  <pc:docChgLst>
    <pc:chgData name="NEAM HENG CHONG  TIMOTHY" userId="S::2201291@sit.singaporetech.edu.sg::67fae3e4-847a-4f7b-814d-9705d99839e2" providerId="AD" clId="Web-{5DC0B5AC-0ABF-F3B3-7D9E-FF3F63ED94EC}"/>
    <pc:docChg chg="addSld modSld sldOrd">
      <pc:chgData name="NEAM HENG CHONG  TIMOTHY" userId="S::2201291@sit.singaporetech.edu.sg::67fae3e4-847a-4f7b-814d-9705d99839e2" providerId="AD" clId="Web-{5DC0B5AC-0ABF-F3B3-7D9E-FF3F63ED94EC}" dt="2024-03-31T07:15:13.616" v="14"/>
      <pc:docMkLst>
        <pc:docMk/>
      </pc:docMkLst>
      <pc:sldChg chg="delSp modSp add replId">
        <pc:chgData name="NEAM HENG CHONG  TIMOTHY" userId="S::2201291@sit.singaporetech.edu.sg::67fae3e4-847a-4f7b-814d-9705d99839e2" providerId="AD" clId="Web-{5DC0B5AC-0ABF-F3B3-7D9E-FF3F63ED94EC}" dt="2024-03-31T07:14:21.333" v="11"/>
        <pc:sldMkLst>
          <pc:docMk/>
          <pc:sldMk cId="209094451" sldId="359"/>
        </pc:sldMkLst>
        <pc:spChg chg="mod">
          <ac:chgData name="NEAM HENG CHONG  TIMOTHY" userId="S::2201291@sit.singaporetech.edu.sg::67fae3e4-847a-4f7b-814d-9705d99839e2" providerId="AD" clId="Web-{5DC0B5AC-0ABF-F3B3-7D9E-FF3F63ED94EC}" dt="2024-03-31T07:14:15.380" v="1" actId="20577"/>
          <ac:spMkLst>
            <pc:docMk/>
            <pc:sldMk cId="209094451" sldId="359"/>
            <ac:spMk id="2" creationId="{DEFB6131-5DB6-5201-2E27-04CD8CAAF1FD}"/>
          </ac:spMkLst>
        </pc:spChg>
        <pc:spChg chg="del">
          <ac:chgData name="NEAM HENG CHONG  TIMOTHY" userId="S::2201291@sit.singaporetech.edu.sg::67fae3e4-847a-4f7b-814d-9705d99839e2" providerId="AD" clId="Web-{5DC0B5AC-0ABF-F3B3-7D9E-FF3F63ED94EC}" dt="2024-03-31T07:14:21.333" v="4"/>
          <ac:spMkLst>
            <pc:docMk/>
            <pc:sldMk cId="209094451" sldId="359"/>
            <ac:spMk id="3" creationId="{E11FA922-5C94-8B06-6614-0FA685BE0D8B}"/>
          </ac:spMkLst>
        </pc:spChg>
        <pc:spChg chg="del">
          <ac:chgData name="NEAM HENG CHONG  TIMOTHY" userId="S::2201291@sit.singaporetech.edu.sg::67fae3e4-847a-4f7b-814d-9705d99839e2" providerId="AD" clId="Web-{5DC0B5AC-0ABF-F3B3-7D9E-FF3F63ED94EC}" dt="2024-03-31T07:14:21.333" v="3"/>
          <ac:spMkLst>
            <pc:docMk/>
            <pc:sldMk cId="209094451" sldId="359"/>
            <ac:spMk id="5" creationId="{307B0368-7402-7A83-B7AE-BDFD2777DBE9}"/>
          </ac:spMkLst>
        </pc:spChg>
        <pc:spChg chg="del">
          <ac:chgData name="NEAM HENG CHONG  TIMOTHY" userId="S::2201291@sit.singaporetech.edu.sg::67fae3e4-847a-4f7b-814d-9705d99839e2" providerId="AD" clId="Web-{5DC0B5AC-0ABF-F3B3-7D9E-FF3F63ED94EC}" dt="2024-03-31T07:14:21.333" v="8"/>
          <ac:spMkLst>
            <pc:docMk/>
            <pc:sldMk cId="209094451" sldId="359"/>
            <ac:spMk id="9" creationId="{F28E6C9A-3DB2-8A4F-A537-391892719975}"/>
          </ac:spMkLst>
        </pc:spChg>
        <pc:spChg chg="del">
          <ac:chgData name="NEAM HENG CHONG  TIMOTHY" userId="S::2201291@sit.singaporetech.edu.sg::67fae3e4-847a-4f7b-814d-9705d99839e2" providerId="AD" clId="Web-{5DC0B5AC-0ABF-F3B3-7D9E-FF3F63ED94EC}" dt="2024-03-31T07:14:21.333" v="5"/>
          <ac:spMkLst>
            <pc:docMk/>
            <pc:sldMk cId="209094451" sldId="359"/>
            <ac:spMk id="12" creationId="{939D3184-64AD-319E-EEF2-87B5B488FF9F}"/>
          </ac:spMkLst>
        </pc:spChg>
        <pc:spChg chg="del">
          <ac:chgData name="NEAM HENG CHONG  TIMOTHY" userId="S::2201291@sit.singaporetech.edu.sg::67fae3e4-847a-4f7b-814d-9705d99839e2" providerId="AD" clId="Web-{5DC0B5AC-0ABF-F3B3-7D9E-FF3F63ED94EC}" dt="2024-03-31T07:14:21.333" v="2"/>
          <ac:spMkLst>
            <pc:docMk/>
            <pc:sldMk cId="209094451" sldId="359"/>
            <ac:spMk id="13" creationId="{9CF05085-057F-8656-8D2F-755706D1E7FA}"/>
          </ac:spMkLst>
        </pc:spChg>
        <pc:picChg chg="del">
          <ac:chgData name="NEAM HENG CHONG  TIMOTHY" userId="S::2201291@sit.singaporetech.edu.sg::67fae3e4-847a-4f7b-814d-9705d99839e2" providerId="AD" clId="Web-{5DC0B5AC-0ABF-F3B3-7D9E-FF3F63ED94EC}" dt="2024-03-31T07:14:21.333" v="11"/>
          <ac:picMkLst>
            <pc:docMk/>
            <pc:sldMk cId="209094451" sldId="359"/>
            <ac:picMk id="4" creationId="{860E1D80-D9CB-1125-A684-8AFE48449FF7}"/>
          </ac:picMkLst>
        </pc:picChg>
        <pc:picChg chg="del">
          <ac:chgData name="NEAM HENG CHONG  TIMOTHY" userId="S::2201291@sit.singaporetech.edu.sg::67fae3e4-847a-4f7b-814d-9705d99839e2" providerId="AD" clId="Web-{5DC0B5AC-0ABF-F3B3-7D9E-FF3F63ED94EC}" dt="2024-03-31T07:14:21.333" v="10"/>
          <ac:picMkLst>
            <pc:docMk/>
            <pc:sldMk cId="209094451" sldId="359"/>
            <ac:picMk id="6" creationId="{3CB8773E-1C25-B2A1-41F5-CB0DCBB622A4}"/>
          </ac:picMkLst>
        </pc:picChg>
        <pc:picChg chg="del">
          <ac:chgData name="NEAM HENG CHONG  TIMOTHY" userId="S::2201291@sit.singaporetech.edu.sg::67fae3e4-847a-4f7b-814d-9705d99839e2" providerId="AD" clId="Web-{5DC0B5AC-0ABF-F3B3-7D9E-FF3F63ED94EC}" dt="2024-03-31T07:14:21.333" v="7"/>
          <ac:picMkLst>
            <pc:docMk/>
            <pc:sldMk cId="209094451" sldId="359"/>
            <ac:picMk id="10" creationId="{14C566E8-DE3B-769E-B5E3-677F7ED14A70}"/>
          </ac:picMkLst>
        </pc:picChg>
        <pc:cxnChg chg="del">
          <ac:chgData name="NEAM HENG CHONG  TIMOTHY" userId="S::2201291@sit.singaporetech.edu.sg::67fae3e4-847a-4f7b-814d-9705d99839e2" providerId="AD" clId="Web-{5DC0B5AC-0ABF-F3B3-7D9E-FF3F63ED94EC}" dt="2024-03-31T07:14:21.333" v="9"/>
          <ac:cxnSpMkLst>
            <pc:docMk/>
            <pc:sldMk cId="209094451" sldId="359"/>
            <ac:cxnSpMk id="7" creationId="{83D6FF81-FC7E-01B7-A430-E416941EBB2F}"/>
          </ac:cxnSpMkLst>
        </pc:cxnChg>
        <pc:cxnChg chg="del">
          <ac:chgData name="NEAM HENG CHONG  TIMOTHY" userId="S::2201291@sit.singaporetech.edu.sg::67fae3e4-847a-4f7b-814d-9705d99839e2" providerId="AD" clId="Web-{5DC0B5AC-0ABF-F3B3-7D9E-FF3F63ED94EC}" dt="2024-03-31T07:14:21.333" v="6"/>
          <ac:cxnSpMkLst>
            <pc:docMk/>
            <pc:sldMk cId="209094451" sldId="359"/>
            <ac:cxnSpMk id="11" creationId="{FB00094B-F025-EB80-0B94-94F201D01914}"/>
          </ac:cxnSpMkLst>
        </pc:cxnChg>
      </pc:sldChg>
      <pc:sldChg chg="add replId">
        <pc:chgData name="NEAM HENG CHONG  TIMOTHY" userId="S::2201291@sit.singaporetech.edu.sg::67fae3e4-847a-4f7b-814d-9705d99839e2" providerId="AD" clId="Web-{5DC0B5AC-0ABF-F3B3-7D9E-FF3F63ED94EC}" dt="2024-03-31T07:15:08.663" v="12"/>
        <pc:sldMkLst>
          <pc:docMk/>
          <pc:sldMk cId="1387280799" sldId="360"/>
        </pc:sldMkLst>
      </pc:sldChg>
      <pc:sldChg chg="add ord replId">
        <pc:chgData name="NEAM HENG CHONG  TIMOTHY" userId="S::2201291@sit.singaporetech.edu.sg::67fae3e4-847a-4f7b-814d-9705d99839e2" providerId="AD" clId="Web-{5DC0B5AC-0ABF-F3B3-7D9E-FF3F63ED94EC}" dt="2024-03-31T07:15:13.616" v="14"/>
        <pc:sldMkLst>
          <pc:docMk/>
          <pc:sldMk cId="3656872072" sldId="361"/>
        </pc:sldMkLst>
      </pc:sldChg>
    </pc:docChg>
  </pc:docChgLst>
  <pc:docChgLst>
    <pc:chgData name="LOO SIONG YU" userId="S::2201255@sit.singaporetech.edu.sg::4cea3fe2-e772-4cd8-b223-efd025da2b6d" providerId="AD" clId="Web-{C9F03637-A080-453E-93CB-C9CE8EF510A1}"/>
    <pc:docChg chg="modSld">
      <pc:chgData name="LOO SIONG YU" userId="S::2201255@sit.singaporetech.edu.sg::4cea3fe2-e772-4cd8-b223-efd025da2b6d" providerId="AD" clId="Web-{C9F03637-A080-453E-93CB-C9CE8EF510A1}" dt="2024-01-12T07:18:31.312" v="0"/>
      <pc:docMkLst>
        <pc:docMk/>
      </pc:docMkLst>
    </pc:docChg>
  </pc:docChgLst>
  <pc:docChgLst>
    <pc:chgData name="LEE ZHENG HAN" userId="S::2201085@sit.singaporetech.edu.sg::e7f7cb89-b9d1-41fe-bfe1-e92f680dc436" providerId="AD" clId="Web-{964A7A89-FC17-28B3-B7BF-DB8F7D29C410}"/>
    <pc:docChg chg="modSld">
      <pc:chgData name="LEE ZHENG HAN" userId="S::2201085@sit.singaporetech.edu.sg::e7f7cb89-b9d1-41fe-bfe1-e92f680dc436" providerId="AD" clId="Web-{964A7A89-FC17-28B3-B7BF-DB8F7D29C410}" dt="2024-03-14T15:14:31.702" v="0" actId="1076"/>
      <pc:docMkLst>
        <pc:docMk/>
      </pc:docMkLst>
    </pc:docChg>
  </pc:docChgLst>
  <pc:docChgLst>
    <pc:chgData name="LOO SIONG YU" userId="4cea3fe2-e772-4cd8-b223-efd025da2b6d" providerId="ADAL" clId="{E13DF970-3F8A-44B1-AF5A-EAE95A82B1A4}"/>
    <pc:docChg chg="undo custSel addSld delSld modSld">
      <pc:chgData name="LOO SIONG YU" userId="4cea3fe2-e772-4cd8-b223-efd025da2b6d" providerId="ADAL" clId="{E13DF970-3F8A-44B1-AF5A-EAE95A82B1A4}" dt="2024-01-11T07:47:43.383" v="548" actId="20577"/>
      <pc:docMkLst>
        <pc:docMk/>
      </pc:docMkLst>
    </pc:docChg>
  </pc:docChgLst>
  <pc:docChgLst>
    <pc:chgData name="LOO SIONG YU" userId="S::2201255@sit.singaporetech.edu.sg::4cea3fe2-e772-4cd8-b223-efd025da2b6d" providerId="AD" clId="Web-{E6E11248-88B0-29BA-74C6-A4B2DDB9C6E4}"/>
    <pc:docChg chg="modSld">
      <pc:chgData name="LOO SIONG YU" userId="S::2201255@sit.singaporetech.edu.sg::4cea3fe2-e772-4cd8-b223-efd025da2b6d" providerId="AD" clId="Web-{E6E11248-88B0-29BA-74C6-A4B2DDB9C6E4}" dt="2024-03-30T08:41:12.910" v="4" actId="1076"/>
      <pc:docMkLst>
        <pc:docMk/>
      </pc:docMkLst>
    </pc:docChg>
  </pc:docChgLst>
  <pc:docChgLst>
    <pc:chgData name="NEAM HENG CHONG  TIMOTHY" userId="S::2201291@sit.singaporetech.edu.sg::67fae3e4-847a-4f7b-814d-9705d99839e2" providerId="AD" clId="Web-{BCA83CA2-33DF-9609-FEDE-874F3A9D21D1}"/>
    <pc:docChg chg="addSld delSld modSld">
      <pc:chgData name="NEAM HENG CHONG  TIMOTHY" userId="S::2201291@sit.singaporetech.edu.sg::67fae3e4-847a-4f7b-814d-9705d99839e2" providerId="AD" clId="Web-{BCA83CA2-33DF-9609-FEDE-874F3A9D21D1}" dt="2024-01-11T05:59:03.317" v="48"/>
      <pc:docMkLst>
        <pc:docMk/>
      </pc:docMkLst>
    </pc:docChg>
  </pc:docChgLst>
  <pc:docChgLst>
    <pc:chgData name="LEE ZHENG HAN" userId="S::2201085@sit.singaporetech.edu.sg::e7f7cb89-b9d1-41fe-bfe1-e92f680dc436" providerId="AD" clId="Web-{140E6E01-0776-F381-BAD1-3FB2F5625254}"/>
    <pc:docChg chg="modSld">
      <pc:chgData name="LEE ZHENG HAN" userId="S::2201085@sit.singaporetech.edu.sg::e7f7cb89-b9d1-41fe-bfe1-e92f680dc436" providerId="AD" clId="Web-{140E6E01-0776-F381-BAD1-3FB2F5625254}" dt="2024-03-08T07:03:47.766" v="14" actId="1076"/>
      <pc:docMkLst>
        <pc:docMk/>
      </pc:docMkLst>
    </pc:docChg>
  </pc:docChgLst>
  <pc:docChgLst>
    <pc:chgData name="NEAM HENG CHONG  TIMOTHY" userId="S::2201291@sit.singaporetech.edu.sg::67fae3e4-847a-4f7b-814d-9705d99839e2" providerId="AD" clId="Web-{335FDAA3-36C4-6B31-FDBF-1DE64C2E7701}"/>
    <pc:docChg chg="addSld modSld">
      <pc:chgData name="NEAM HENG CHONG  TIMOTHY" userId="S::2201291@sit.singaporetech.edu.sg::67fae3e4-847a-4f7b-814d-9705d99839e2" providerId="AD" clId="Web-{335FDAA3-36C4-6B31-FDBF-1DE64C2E7701}" dt="2024-01-11T04:06:37.714" v="34"/>
      <pc:docMkLst>
        <pc:docMk/>
      </pc:docMkLst>
    </pc:docChg>
  </pc:docChgLst>
  <pc:docChgLst>
    <pc:chgData name="NEAM HENG CHONG  TIMOTHY" userId="S::2201291@sit.singaporetech.edu.sg::67fae3e4-847a-4f7b-814d-9705d99839e2" providerId="AD" clId="Web-{57AE9954-E11E-EC24-1DBF-162F0497D018}"/>
    <pc:docChg chg="addSld delSld modSld">
      <pc:chgData name="NEAM HENG CHONG  TIMOTHY" userId="S::2201291@sit.singaporetech.edu.sg::67fae3e4-847a-4f7b-814d-9705d99839e2" providerId="AD" clId="Web-{57AE9954-E11E-EC24-1DBF-162F0497D018}" dt="2024-03-22T11:52:16.437" v="53"/>
      <pc:docMkLst>
        <pc:docMk/>
      </pc:docMkLst>
      <pc:sldChg chg="modSp">
        <pc:chgData name="NEAM HENG CHONG  TIMOTHY" userId="S::2201291@sit.singaporetech.edu.sg::67fae3e4-847a-4f7b-814d-9705d99839e2" providerId="AD" clId="Web-{57AE9954-E11E-EC24-1DBF-162F0497D018}" dt="2024-03-22T11:51:26.045" v="0" actId="20577"/>
        <pc:sldMkLst>
          <pc:docMk/>
          <pc:sldMk cId="2259308896" sldId="256"/>
        </pc:sldMkLst>
        <pc:spChg chg="mod">
          <ac:chgData name="NEAM HENG CHONG  TIMOTHY" userId="S::2201291@sit.singaporetech.edu.sg::67fae3e4-847a-4f7b-814d-9705d99839e2" providerId="AD" clId="Web-{57AE9954-E11E-EC24-1DBF-162F0497D018}" dt="2024-03-22T11:51:26.045" v="0" actId="20577"/>
          <ac:spMkLst>
            <pc:docMk/>
            <pc:sldMk cId="2259308896" sldId="256"/>
            <ac:spMk id="2" creationId="{51DF3D98-3C30-4CFC-8643-C81E829C8C25}"/>
          </ac:spMkLst>
        </pc:spChg>
      </pc:sldChg>
      <pc:sldChg chg="modSp">
        <pc:chgData name="NEAM HENG CHONG  TIMOTHY" userId="S::2201291@sit.singaporetech.edu.sg::67fae3e4-847a-4f7b-814d-9705d99839e2" providerId="AD" clId="Web-{57AE9954-E11E-EC24-1DBF-162F0497D018}" dt="2024-03-22T11:52:16.437" v="53"/>
        <pc:sldMkLst>
          <pc:docMk/>
          <pc:sldMk cId="1325608595" sldId="257"/>
        </pc:sldMkLst>
        <pc:graphicFrameChg chg="mod modGraphic">
          <ac:chgData name="NEAM HENG CHONG  TIMOTHY" userId="S::2201291@sit.singaporetech.edu.sg::67fae3e4-847a-4f7b-814d-9705d99839e2" providerId="AD" clId="Web-{57AE9954-E11E-EC24-1DBF-162F0497D018}" dt="2024-03-22T11:52:16.437" v="53"/>
          <ac:graphicFrameMkLst>
            <pc:docMk/>
            <pc:sldMk cId="1325608595" sldId="257"/>
            <ac:graphicFrameMk id="8" creationId="{3E220B6F-9B14-4BB3-9372-51092B50EB8D}"/>
          </ac:graphicFrameMkLst>
        </pc:graphicFrameChg>
      </pc:sldChg>
      <pc:sldChg chg="del">
        <pc:chgData name="NEAM HENG CHONG  TIMOTHY" userId="S::2201291@sit.singaporetech.edu.sg::67fae3e4-847a-4f7b-814d-9705d99839e2" providerId="AD" clId="Web-{57AE9954-E11E-EC24-1DBF-162F0497D018}" dt="2024-03-22T11:51:37.904" v="9"/>
        <pc:sldMkLst>
          <pc:docMk/>
          <pc:sldMk cId="2915819018" sldId="331"/>
        </pc:sldMkLst>
      </pc:sldChg>
    </pc:docChg>
  </pc:docChgLst>
  <pc:docChgLst>
    <pc:chgData name="BENJAMIN LOH CHOON HOW" userId="a65b82ee-d3c2-415f-a71c-ecc68e03f2f1" providerId="ADAL" clId="{D59E0D25-B401-458E-8EB4-427B4A84A742}"/>
    <pc:docChg chg="undo custSel addSld delSld modSld">
      <pc:chgData name="BENJAMIN LOH CHOON HOW" userId="a65b82ee-d3c2-415f-a71c-ecc68e03f2f1" providerId="ADAL" clId="{D59E0D25-B401-458E-8EB4-427B4A84A742}" dt="2024-03-07T14:01:07.693" v="1325" actId="20577"/>
      <pc:docMkLst>
        <pc:docMk/>
      </pc:docMkLst>
      <pc:sldChg chg="modSp mod">
        <pc:chgData name="BENJAMIN LOH CHOON HOW" userId="a65b82ee-d3c2-415f-a71c-ecc68e03f2f1" providerId="ADAL" clId="{D59E0D25-B401-458E-8EB4-427B4A84A742}" dt="2024-03-05T14:05:18.396" v="1" actId="20577"/>
        <pc:sldMkLst>
          <pc:docMk/>
          <pc:sldMk cId="2259308896" sldId="256"/>
        </pc:sldMkLst>
        <pc:spChg chg="mod">
          <ac:chgData name="BENJAMIN LOH CHOON HOW" userId="a65b82ee-d3c2-415f-a71c-ecc68e03f2f1" providerId="ADAL" clId="{D59E0D25-B401-458E-8EB4-427B4A84A742}" dt="2024-03-05T14:05:18.396" v="1" actId="20577"/>
          <ac:spMkLst>
            <pc:docMk/>
            <pc:sldMk cId="2259308896" sldId="256"/>
            <ac:spMk id="2" creationId="{51DF3D98-3C30-4CFC-8643-C81E829C8C25}"/>
          </ac:spMkLst>
        </pc:spChg>
      </pc:sldChg>
      <pc:sldChg chg="modSp mod">
        <pc:chgData name="BENJAMIN LOH CHOON HOW" userId="a65b82ee-d3c2-415f-a71c-ecc68e03f2f1" providerId="ADAL" clId="{D59E0D25-B401-458E-8EB4-427B4A84A742}" dt="2024-03-07T13:37:59.129" v="1300" actId="20577"/>
        <pc:sldMkLst>
          <pc:docMk/>
          <pc:sldMk cId="1325608595" sldId="257"/>
        </pc:sldMkLst>
        <pc:graphicFrameChg chg="mod modGraphic">
          <ac:chgData name="BENJAMIN LOH CHOON HOW" userId="a65b82ee-d3c2-415f-a71c-ecc68e03f2f1" providerId="ADAL" clId="{D59E0D25-B401-458E-8EB4-427B4A84A742}" dt="2024-03-07T13:37:59.129" v="1300" actId="20577"/>
          <ac:graphicFrameMkLst>
            <pc:docMk/>
            <pc:sldMk cId="1325608595" sldId="257"/>
            <ac:graphicFrameMk id="8" creationId="{3E220B6F-9B14-4BB3-9372-51092B50EB8D}"/>
          </ac:graphicFrameMkLst>
        </pc:graphicFrameChg>
      </pc:sldChg>
      <pc:sldChg chg="modSp add mod">
        <pc:chgData name="BENJAMIN LOH CHOON HOW" userId="a65b82ee-d3c2-415f-a71c-ecc68e03f2f1" providerId="ADAL" clId="{D59E0D25-B401-458E-8EB4-427B4A84A742}" dt="2024-03-05T14:48:19.892" v="488" actId="20577"/>
        <pc:sldMkLst>
          <pc:docMk/>
          <pc:sldMk cId="2915819018" sldId="331"/>
        </pc:sldMkLst>
        <pc:spChg chg="mod">
          <ac:chgData name="BENJAMIN LOH CHOON HOW" userId="a65b82ee-d3c2-415f-a71c-ecc68e03f2f1" providerId="ADAL" clId="{D59E0D25-B401-458E-8EB4-427B4A84A742}" dt="2024-03-05T14:48:19.892" v="488" actId="20577"/>
          <ac:spMkLst>
            <pc:docMk/>
            <pc:sldMk cId="2915819018" sldId="331"/>
            <ac:spMk id="2" creationId="{26F8BB19-A842-3065-DFE3-D7100864FA32}"/>
          </ac:spMkLst>
        </pc:spChg>
      </pc:sldChg>
    </pc:docChg>
  </pc:docChgLst>
  <pc:docChgLst>
    <pc:chgData name="NEAM HENG CHONG  TIMOTHY" userId="S::2201291@sit.singaporetech.edu.sg::67fae3e4-847a-4f7b-814d-9705d99839e2" providerId="AD" clId="Web-{0DDEB92C-E68A-ACD2-5F07-7EEF20E5D4D8}"/>
    <pc:docChg chg="addSld delSld modSld">
      <pc:chgData name="NEAM HENG CHONG  TIMOTHY" userId="S::2201291@sit.singaporetech.edu.sg::67fae3e4-847a-4f7b-814d-9705d99839e2" providerId="AD" clId="Web-{0DDEB92C-E68A-ACD2-5F07-7EEF20E5D4D8}" dt="2024-04-01T00:42:38.845" v="11"/>
      <pc:docMkLst>
        <pc:docMk/>
      </pc:docMkLst>
      <pc:sldChg chg="del">
        <pc:chgData name="NEAM HENG CHONG  TIMOTHY" userId="S::2201291@sit.singaporetech.edu.sg::67fae3e4-847a-4f7b-814d-9705d99839e2" providerId="AD" clId="Web-{0DDEB92C-E68A-ACD2-5F07-7EEF20E5D4D8}" dt="2024-04-01T00:42:25.610" v="10"/>
        <pc:sldMkLst>
          <pc:docMk/>
          <pc:sldMk cId="431290746" sldId="317"/>
        </pc:sldMkLst>
      </pc:sldChg>
      <pc:sldChg chg="del">
        <pc:chgData name="NEAM HENG CHONG  TIMOTHY" userId="S::2201291@sit.singaporetech.edu.sg::67fae3e4-847a-4f7b-814d-9705d99839e2" providerId="AD" clId="Web-{0DDEB92C-E68A-ACD2-5F07-7EEF20E5D4D8}" dt="2024-04-01T00:42:10.578" v="8"/>
        <pc:sldMkLst>
          <pc:docMk/>
          <pc:sldMk cId="2176001174" sldId="318"/>
        </pc:sldMkLst>
      </pc:sldChg>
      <pc:sldChg chg="del">
        <pc:chgData name="NEAM HENG CHONG  TIMOTHY" userId="S::2201291@sit.singaporetech.edu.sg::67fae3e4-847a-4f7b-814d-9705d99839e2" providerId="AD" clId="Web-{0DDEB92C-E68A-ACD2-5F07-7EEF20E5D4D8}" dt="2024-04-01T00:42:12.110" v="9"/>
        <pc:sldMkLst>
          <pc:docMk/>
          <pc:sldMk cId="2393923723" sldId="319"/>
        </pc:sldMkLst>
      </pc:sldChg>
      <pc:sldChg chg="mod modShow">
        <pc:chgData name="NEAM HENG CHONG  TIMOTHY" userId="S::2201291@sit.singaporetech.edu.sg::67fae3e4-847a-4f7b-814d-9705d99839e2" providerId="AD" clId="Web-{0DDEB92C-E68A-ACD2-5F07-7EEF20E5D4D8}" dt="2024-04-01T00:42:38.845" v="11"/>
        <pc:sldMkLst>
          <pc:docMk/>
          <pc:sldMk cId="765978499" sldId="348"/>
        </pc:sldMkLst>
      </pc:sldChg>
      <pc:sldChg chg="add del">
        <pc:chgData name="NEAM HENG CHONG  TIMOTHY" userId="S::2201291@sit.singaporetech.edu.sg::67fae3e4-847a-4f7b-814d-9705d99839e2" providerId="AD" clId="Web-{0DDEB92C-E68A-ACD2-5F07-7EEF20E5D4D8}" dt="2024-04-01T00:41:30.608" v="4"/>
        <pc:sldMkLst>
          <pc:docMk/>
          <pc:sldMk cId="3568801486" sldId="354"/>
        </pc:sldMkLst>
      </pc:sldChg>
      <pc:sldChg chg="del">
        <pc:chgData name="NEAM HENG CHONG  TIMOTHY" userId="S::2201291@sit.singaporetech.edu.sg::67fae3e4-847a-4f7b-814d-9705d99839e2" providerId="AD" clId="Web-{0DDEB92C-E68A-ACD2-5F07-7EEF20E5D4D8}" dt="2024-04-01T00:41:55.156" v="5"/>
        <pc:sldMkLst>
          <pc:docMk/>
          <pc:sldMk cId="209094451" sldId="359"/>
        </pc:sldMkLst>
      </pc:sldChg>
      <pc:sldChg chg="del">
        <pc:chgData name="NEAM HENG CHONG  TIMOTHY" userId="S::2201291@sit.singaporetech.edu.sg::67fae3e4-847a-4f7b-814d-9705d99839e2" providerId="AD" clId="Web-{0DDEB92C-E68A-ACD2-5F07-7EEF20E5D4D8}" dt="2024-04-01T00:41:56.984" v="6"/>
        <pc:sldMkLst>
          <pc:docMk/>
          <pc:sldMk cId="1387280799" sldId="360"/>
        </pc:sldMkLst>
      </pc:sldChg>
      <pc:sldChg chg="del">
        <pc:chgData name="NEAM HENG CHONG  TIMOTHY" userId="S::2201291@sit.singaporetech.edu.sg::67fae3e4-847a-4f7b-814d-9705d99839e2" providerId="AD" clId="Web-{0DDEB92C-E68A-ACD2-5F07-7EEF20E5D4D8}" dt="2024-04-01T00:41:59.703" v="7"/>
        <pc:sldMkLst>
          <pc:docMk/>
          <pc:sldMk cId="3656872072" sldId="361"/>
        </pc:sldMkLst>
      </pc:sldChg>
    </pc:docChg>
  </pc:docChgLst>
  <pc:docChgLst>
    <pc:chgData name="WANG RONGQI RICHIE" userId="S::2201942@sit.singaporetech.edu.sg::073f28f4-8346-4411-a99e-88921d9e0c4a" providerId="AD" clId="Web-{E6F37A87-1B82-6264-8B95-D92974BADF8B}"/>
    <pc:docChg chg="modSld">
      <pc:chgData name="WANG RONGQI RICHIE" userId="S::2201942@sit.singaporetech.edu.sg::073f28f4-8346-4411-a99e-88921d9e0c4a" providerId="AD" clId="Web-{E6F37A87-1B82-6264-8B95-D92974BADF8B}" dt="2024-03-06T01:16:48.154" v="62" actId="20577"/>
      <pc:docMkLst>
        <pc:docMk/>
      </pc:docMkLst>
    </pc:docChg>
  </pc:docChgLst>
  <pc:docChgLst>
    <pc:chgData name="LOO SIONG YU" userId="S::2201255@sit.singaporetech.edu.sg::4cea3fe2-e772-4cd8-b223-efd025da2b6d" providerId="AD" clId="Web-{6ED8A898-8A3B-70E0-0B84-B0E60F288FDE}"/>
    <pc:docChg chg="addSld delSld modSld">
      <pc:chgData name="LOO SIONG YU" userId="S::2201255@sit.singaporetech.edu.sg::4cea3fe2-e772-4cd8-b223-efd025da2b6d" providerId="AD" clId="Web-{6ED8A898-8A3B-70E0-0B84-B0E60F288FDE}" dt="2024-01-11T07:34:06.366" v="128"/>
      <pc:docMkLst>
        <pc:docMk/>
      </pc:docMkLst>
      <pc:sldChg chg="modSp">
        <pc:chgData name="LOO SIONG YU" userId="S::2201255@sit.singaporetech.edu.sg::4cea3fe2-e772-4cd8-b223-efd025da2b6d" providerId="AD" clId="Web-{6ED8A898-8A3B-70E0-0B84-B0E60F288FDE}" dt="2024-01-11T07:28:20.342" v="17"/>
        <pc:sldMkLst>
          <pc:docMk/>
          <pc:sldMk cId="1325608595" sldId="257"/>
        </pc:sldMkLst>
        <pc:graphicFrameChg chg="mod modGraphic">
          <ac:chgData name="LOO SIONG YU" userId="S::2201255@sit.singaporetech.edu.sg::4cea3fe2-e772-4cd8-b223-efd025da2b6d" providerId="AD" clId="Web-{6ED8A898-8A3B-70E0-0B84-B0E60F288FDE}" dt="2024-01-11T07:28:20.342" v="17"/>
          <ac:graphicFrameMkLst>
            <pc:docMk/>
            <pc:sldMk cId="1325608595" sldId="257"/>
            <ac:graphicFrameMk id="8" creationId="{3E220B6F-9B14-4BB3-9372-51092B50EB8D}"/>
          </ac:graphicFrameMkLst>
        </pc:graphicFrameChg>
      </pc:sldChg>
    </pc:docChg>
  </pc:docChgLst>
  <pc:docChgLst>
    <pc:chgData name="EFILIO YODIA GARCIA" userId="S::2200516@sit.singaporetech.edu.sg::61be762e-9726-446b-acbf-fbdea3aa09bb" providerId="AD" clId="Web-{94F95D0E-1369-505E-C6C7-012FB0D67B85}"/>
    <pc:docChg chg="modSld">
      <pc:chgData name="EFILIO YODIA GARCIA" userId="S::2200516@sit.singaporetech.edu.sg::61be762e-9726-446b-acbf-fbdea3aa09bb" providerId="AD" clId="Web-{94F95D0E-1369-505E-C6C7-012FB0D67B85}" dt="2024-03-07T13:36:01.929" v="266" actId="14100"/>
      <pc:docMkLst>
        <pc:docMk/>
      </pc:docMkLst>
    </pc:docChg>
  </pc:docChgLst>
  <pc:docChgLst>
    <pc:chgData name="LOO SIONG YU" userId="S::2201255@sit.singaporetech.edu.sg::4cea3fe2-e772-4cd8-b223-efd025da2b6d" providerId="AD" clId="Web-{11B37517-A641-584A-225C-10A60A3E4F7A}"/>
    <pc:docChg chg="delSld modSld">
      <pc:chgData name="LOO SIONG YU" userId="S::2201255@sit.singaporetech.edu.sg::4cea3fe2-e772-4cd8-b223-efd025da2b6d" providerId="AD" clId="Web-{11B37517-A641-584A-225C-10A60A3E4F7A}" dt="2024-03-30T14:58:54.148" v="139"/>
      <pc:docMkLst>
        <pc:docMk/>
      </pc:docMkLst>
      <pc:sldChg chg="addSp delSp modSp addAnim delAnim">
        <pc:chgData name="LOO SIONG YU" userId="S::2201255@sit.singaporetech.edu.sg::4cea3fe2-e772-4cd8-b223-efd025da2b6d" providerId="AD" clId="Web-{11B37517-A641-584A-225C-10A60A3E4F7A}" dt="2024-03-30T14:58:54.148" v="139"/>
        <pc:sldMkLst>
          <pc:docMk/>
          <pc:sldMk cId="3573787477" sldId="356"/>
        </pc:sldMkLst>
        <pc:spChg chg="add mod">
          <ac:chgData name="LOO SIONG YU" userId="S::2201255@sit.singaporetech.edu.sg::4cea3fe2-e772-4cd8-b223-efd025da2b6d" providerId="AD" clId="Web-{11B37517-A641-584A-225C-10A60A3E4F7A}" dt="2024-03-30T10:11:24.872" v="123" actId="1076"/>
          <ac:spMkLst>
            <pc:docMk/>
            <pc:sldMk cId="3573787477" sldId="356"/>
            <ac:spMk id="10" creationId="{567C4514-439E-9AA2-CD6C-3943BB10DF63}"/>
          </ac:spMkLst>
        </pc:spChg>
        <pc:spChg chg="mod">
          <ac:chgData name="LOO SIONG YU" userId="S::2201255@sit.singaporetech.edu.sg::4cea3fe2-e772-4cd8-b223-efd025da2b6d" providerId="AD" clId="Web-{11B37517-A641-584A-225C-10A60A3E4F7A}" dt="2024-03-30T10:13:11.032" v="134" actId="1076"/>
          <ac:spMkLst>
            <pc:docMk/>
            <pc:sldMk cId="3573787477" sldId="356"/>
            <ac:spMk id="11" creationId="{DEC32C2D-6C9A-1966-8424-BAB9C3E9704A}"/>
          </ac:spMkLst>
        </pc:spChg>
        <pc:spChg chg="mod">
          <ac:chgData name="LOO SIONG YU" userId="S::2201255@sit.singaporetech.edu.sg::4cea3fe2-e772-4cd8-b223-efd025da2b6d" providerId="AD" clId="Web-{11B37517-A641-584A-225C-10A60A3E4F7A}" dt="2024-03-30T10:09:46.260" v="70" actId="1076"/>
          <ac:spMkLst>
            <pc:docMk/>
            <pc:sldMk cId="3573787477" sldId="356"/>
            <ac:spMk id="14" creationId="{394DF7DD-B4AF-B81F-010A-8489B8E04F8D}"/>
          </ac:spMkLst>
        </pc:spChg>
        <pc:picChg chg="add mod">
          <ac:chgData name="LOO SIONG YU" userId="S::2201255@sit.singaporetech.edu.sg::4cea3fe2-e772-4cd8-b223-efd025da2b6d" providerId="AD" clId="Web-{11B37517-A641-584A-225C-10A60A3E4F7A}" dt="2024-03-30T10:09:42.072" v="69" actId="1076"/>
          <ac:picMkLst>
            <pc:docMk/>
            <pc:sldMk cId="3573787477" sldId="356"/>
            <ac:picMk id="3" creationId="{72EBD1B0-656D-CB10-189C-FF8B15A6E5D8}"/>
          </ac:picMkLst>
        </pc:picChg>
        <pc:picChg chg="add mod">
          <ac:chgData name="LOO SIONG YU" userId="S::2201255@sit.singaporetech.edu.sg::4cea3fe2-e772-4cd8-b223-efd025da2b6d" providerId="AD" clId="Web-{11B37517-A641-584A-225C-10A60A3E4F7A}" dt="2024-03-30T10:10:17.604" v="76" actId="1076"/>
          <ac:picMkLst>
            <pc:docMk/>
            <pc:sldMk cId="3573787477" sldId="356"/>
            <ac:picMk id="5" creationId="{DA30673C-094D-40CB-B2D3-36C88E465A9D}"/>
          </ac:picMkLst>
        </pc:picChg>
        <pc:picChg chg="add del mod">
          <ac:chgData name="LOO SIONG YU" userId="S::2201255@sit.singaporetech.edu.sg::4cea3fe2-e772-4cd8-b223-efd025da2b6d" providerId="AD" clId="Web-{11B37517-A641-584A-225C-10A60A3E4F7A}" dt="2024-03-30T14:58:54.148" v="139"/>
          <ac:picMkLst>
            <pc:docMk/>
            <pc:sldMk cId="3573787477" sldId="356"/>
            <ac:picMk id="7" creationId="{1F76082F-0225-1BDA-53F6-B5808FD6CBFA}"/>
          </ac:picMkLst>
        </pc:picChg>
        <pc:picChg chg="del">
          <ac:chgData name="LOO SIONG YU" userId="S::2201255@sit.singaporetech.edu.sg::4cea3fe2-e772-4cd8-b223-efd025da2b6d" providerId="AD" clId="Web-{11B37517-A641-584A-225C-10A60A3E4F7A}" dt="2024-03-30T10:13:08.110" v="133"/>
          <ac:picMkLst>
            <pc:docMk/>
            <pc:sldMk cId="3573787477" sldId="356"/>
            <ac:picMk id="7" creationId="{50A7F0C9-5DBB-E980-76E7-CD59F8EAB946}"/>
          </ac:picMkLst>
        </pc:picChg>
        <pc:picChg chg="del">
          <ac:chgData name="LOO SIONG YU" userId="S::2201255@sit.singaporetech.edu.sg::4cea3fe2-e772-4cd8-b223-efd025da2b6d" providerId="AD" clId="Web-{11B37517-A641-584A-225C-10A60A3E4F7A}" dt="2024-03-30T10:09:17.821" v="59"/>
          <ac:picMkLst>
            <pc:docMk/>
            <pc:sldMk cId="3573787477" sldId="356"/>
            <ac:picMk id="26" creationId="{089007F4-2807-D210-47A5-0A3AD444B79B}"/>
          </ac:picMkLst>
        </pc:picChg>
        <pc:cxnChg chg="add mod">
          <ac:chgData name="LOO SIONG YU" userId="S::2201255@sit.singaporetech.edu.sg::4cea3fe2-e772-4cd8-b223-efd025da2b6d" providerId="AD" clId="Web-{11B37517-A641-584A-225C-10A60A3E4F7A}" dt="2024-03-30T10:10:36.199" v="83" actId="1076"/>
          <ac:cxnSpMkLst>
            <pc:docMk/>
            <pc:sldMk cId="3573787477" sldId="356"/>
            <ac:cxnSpMk id="8" creationId="{585E2D3E-66EE-BF01-AA87-E8B50A50A4F8}"/>
          </ac:cxnSpMkLst>
        </pc:cxnChg>
        <pc:cxnChg chg="mod">
          <ac:chgData name="LOO SIONG YU" userId="S::2201255@sit.singaporetech.edu.sg::4cea3fe2-e772-4cd8-b223-efd025da2b6d" providerId="AD" clId="Web-{11B37517-A641-584A-225C-10A60A3E4F7A}" dt="2024-03-30T10:13:14.157" v="135" actId="14100"/>
          <ac:cxnSpMkLst>
            <pc:docMk/>
            <pc:sldMk cId="3573787477" sldId="356"/>
            <ac:cxnSpMk id="25" creationId="{4B6F7B6E-B60F-A5BA-ED9A-1C6DF03DBE24}"/>
          </ac:cxnSpMkLst>
        </pc:cxnChg>
      </pc:sldChg>
      <pc:sldChg chg="addSp modSp">
        <pc:chgData name="LOO SIONG YU" userId="S::2201255@sit.singaporetech.edu.sg::4cea3fe2-e772-4cd8-b223-efd025da2b6d" providerId="AD" clId="Web-{11B37517-A641-584A-225C-10A60A3E4F7A}" dt="2024-03-30T10:07:09.442" v="56" actId="14100"/>
        <pc:sldMkLst>
          <pc:docMk/>
          <pc:sldMk cId="1002200394" sldId="357"/>
        </pc:sldMkLst>
        <pc:spChg chg="add mod">
          <ac:chgData name="LOO SIONG YU" userId="S::2201255@sit.singaporetech.edu.sg::4cea3fe2-e772-4cd8-b223-efd025da2b6d" providerId="AD" clId="Web-{11B37517-A641-584A-225C-10A60A3E4F7A}" dt="2024-03-30T10:05:23.642" v="33" actId="1076"/>
          <ac:spMkLst>
            <pc:docMk/>
            <pc:sldMk cId="1002200394" sldId="357"/>
            <ac:spMk id="5" creationId="{8A49EF2B-1E16-C1A4-CC78-C71446BD2407}"/>
          </ac:spMkLst>
        </pc:spChg>
        <pc:picChg chg="mod">
          <ac:chgData name="LOO SIONG YU" userId="S::2201255@sit.singaporetech.edu.sg::4cea3fe2-e772-4cd8-b223-efd025da2b6d" providerId="AD" clId="Web-{11B37517-A641-584A-225C-10A60A3E4F7A}" dt="2024-03-30T10:05:20.173" v="32" actId="1076"/>
          <ac:picMkLst>
            <pc:docMk/>
            <pc:sldMk cId="1002200394" sldId="357"/>
            <ac:picMk id="3" creationId="{CF7D5A14-DDE0-D0E7-DE11-361D59F4246A}"/>
          </ac:picMkLst>
        </pc:picChg>
        <pc:picChg chg="add mod">
          <ac:chgData name="LOO SIONG YU" userId="S::2201255@sit.singaporetech.edu.sg::4cea3fe2-e772-4cd8-b223-efd025da2b6d" providerId="AD" clId="Web-{11B37517-A641-584A-225C-10A60A3E4F7A}" dt="2024-03-30T10:06:48.801" v="51" actId="1076"/>
          <ac:picMkLst>
            <pc:docMk/>
            <pc:sldMk cId="1002200394" sldId="357"/>
            <ac:picMk id="6" creationId="{23D3FED4-5BA4-AAA3-94F8-22E1165E1100}"/>
          </ac:picMkLst>
        </pc:picChg>
        <pc:picChg chg="add mod">
          <ac:chgData name="LOO SIONG YU" userId="S::2201255@sit.singaporetech.edu.sg::4cea3fe2-e772-4cd8-b223-efd025da2b6d" providerId="AD" clId="Web-{11B37517-A641-584A-225C-10A60A3E4F7A}" dt="2024-03-30T10:06:36.238" v="45" actId="1076"/>
          <ac:picMkLst>
            <pc:docMk/>
            <pc:sldMk cId="1002200394" sldId="357"/>
            <ac:picMk id="9" creationId="{BA087C2B-9475-9B0B-1111-E3B14880FB88}"/>
          </ac:picMkLst>
        </pc:picChg>
        <pc:cxnChg chg="add mod">
          <ac:chgData name="LOO SIONG YU" userId="S::2201255@sit.singaporetech.edu.sg::4cea3fe2-e772-4cd8-b223-efd025da2b6d" providerId="AD" clId="Web-{11B37517-A641-584A-225C-10A60A3E4F7A}" dt="2024-03-30T10:06:51.567" v="52" actId="14100"/>
          <ac:cxnSpMkLst>
            <pc:docMk/>
            <pc:sldMk cId="1002200394" sldId="357"/>
            <ac:cxnSpMk id="8" creationId="{5F83B57A-CAE3-2D71-EA33-A3C59CCBDC87}"/>
          </ac:cxnSpMkLst>
        </pc:cxnChg>
        <pc:cxnChg chg="add mod">
          <ac:chgData name="LOO SIONG YU" userId="S::2201255@sit.singaporetech.edu.sg::4cea3fe2-e772-4cd8-b223-efd025da2b6d" providerId="AD" clId="Web-{11B37517-A641-584A-225C-10A60A3E4F7A}" dt="2024-03-30T10:07:09.442" v="56" actId="14100"/>
          <ac:cxnSpMkLst>
            <pc:docMk/>
            <pc:sldMk cId="1002200394" sldId="357"/>
            <ac:cxnSpMk id="10" creationId="{64B69B1A-BC9C-004D-D851-34505CDA1451}"/>
          </ac:cxnSpMkLst>
        </pc:cxnChg>
      </pc:sldChg>
    </pc:docChg>
  </pc:docChgLst>
  <pc:docChgLst>
    <pc:chgData name="BENJAMIN LOH CHOON HOW LOH" userId="a65b82ee-d3c2-415f-a71c-ecc68e03f2f1" providerId="ADAL" clId="{732E9F0D-FC62-4398-9525-357A3DF48A4F}"/>
    <pc:docChg chg="undo custSel addSld delSld modSld">
      <pc:chgData name="BENJAMIN LOH CHOON HOW LOH" userId="a65b82ee-d3c2-415f-a71c-ecc68e03f2f1" providerId="ADAL" clId="{732E9F0D-FC62-4398-9525-357A3DF48A4F}" dt="2024-04-01T09:10:19.430" v="2092" actId="20577"/>
      <pc:docMkLst>
        <pc:docMk/>
      </pc:docMkLst>
      <pc:sldChg chg="modSp">
        <pc:chgData name="BENJAMIN LOH CHOON HOW LOH" userId="a65b82ee-d3c2-415f-a71c-ecc68e03f2f1" providerId="ADAL" clId="{732E9F0D-FC62-4398-9525-357A3DF48A4F}" dt="2024-03-30T07:52:16.732" v="1953" actId="1076"/>
        <pc:sldMkLst>
          <pc:docMk/>
          <pc:sldMk cId="926184573" sldId="275"/>
        </pc:sldMkLst>
        <pc:spChg chg="mod">
          <ac:chgData name="BENJAMIN LOH CHOON HOW LOH" userId="a65b82ee-d3c2-415f-a71c-ecc68e03f2f1" providerId="ADAL" clId="{732E9F0D-FC62-4398-9525-357A3DF48A4F}" dt="2024-03-30T07:52:16.732" v="1953" actId="1076"/>
          <ac:spMkLst>
            <pc:docMk/>
            <pc:sldMk cId="926184573" sldId="275"/>
            <ac:spMk id="2" creationId="{69FAE308-3076-43DB-B834-DA0B0AE19AF9}"/>
          </ac:spMkLst>
        </pc:spChg>
      </pc:sldChg>
      <pc:sldChg chg="addSp modSp">
        <pc:chgData name="BENJAMIN LOH CHOON HOW LOH" userId="a65b82ee-d3c2-415f-a71c-ecc68e03f2f1" providerId="ADAL" clId="{732E9F0D-FC62-4398-9525-357A3DF48A4F}" dt="2024-03-30T07:50:34.780" v="1942" actId="20577"/>
        <pc:sldMkLst>
          <pc:docMk/>
          <pc:sldMk cId="2719793140" sldId="340"/>
        </pc:sldMkLst>
        <pc:spChg chg="add mod">
          <ac:chgData name="BENJAMIN LOH CHOON HOW LOH" userId="a65b82ee-d3c2-415f-a71c-ecc68e03f2f1" providerId="ADAL" clId="{732E9F0D-FC62-4398-9525-357A3DF48A4F}" dt="2024-03-30T07:50:34.780" v="1942" actId="20577"/>
          <ac:spMkLst>
            <pc:docMk/>
            <pc:sldMk cId="2719793140" sldId="340"/>
            <ac:spMk id="3" creationId="{8956EA54-6ACD-44E0-9148-B8A17A9CBEEB}"/>
          </ac:spMkLst>
        </pc:spChg>
      </pc:sldChg>
      <pc:sldChg chg="modSp">
        <pc:chgData name="BENJAMIN LOH CHOON HOW LOH" userId="a65b82ee-d3c2-415f-a71c-ecc68e03f2f1" providerId="ADAL" clId="{732E9F0D-FC62-4398-9525-357A3DF48A4F}" dt="2024-03-30T07:14:51.250" v="344" actId="20577"/>
        <pc:sldMkLst>
          <pc:docMk/>
          <pc:sldMk cId="922361548" sldId="342"/>
        </pc:sldMkLst>
        <pc:spChg chg="mod">
          <ac:chgData name="BENJAMIN LOH CHOON HOW LOH" userId="a65b82ee-d3c2-415f-a71c-ecc68e03f2f1" providerId="ADAL" clId="{732E9F0D-FC62-4398-9525-357A3DF48A4F}" dt="2024-03-30T07:14:51.250" v="344" actId="20577"/>
          <ac:spMkLst>
            <pc:docMk/>
            <pc:sldMk cId="922361548" sldId="342"/>
            <ac:spMk id="4" creationId="{3EE666EA-4AE3-32DA-14B2-13FFBE40EB11}"/>
          </ac:spMkLst>
        </pc:spChg>
      </pc:sldChg>
      <pc:sldChg chg="addSp delSp modSp add">
        <pc:chgData name="BENJAMIN LOH CHOON HOW LOH" userId="a65b82ee-d3c2-415f-a71c-ecc68e03f2f1" providerId="ADAL" clId="{732E9F0D-FC62-4398-9525-357A3DF48A4F}" dt="2024-03-30T07:06:09.758" v="102" actId="14100"/>
        <pc:sldMkLst>
          <pc:docMk/>
          <pc:sldMk cId="3333781544" sldId="346"/>
        </pc:sldMkLst>
        <pc:spChg chg="mod">
          <ac:chgData name="BENJAMIN LOH CHOON HOW LOH" userId="a65b82ee-d3c2-415f-a71c-ecc68e03f2f1" providerId="ADAL" clId="{732E9F0D-FC62-4398-9525-357A3DF48A4F}" dt="2024-03-30T07:02:32.480" v="71" actId="1076"/>
          <ac:spMkLst>
            <pc:docMk/>
            <pc:sldMk cId="3333781544" sldId="346"/>
            <ac:spMk id="2" creationId="{26F8BB19-A842-3065-DFE3-D7100864FA32}"/>
          </ac:spMkLst>
        </pc:spChg>
        <pc:picChg chg="add del">
          <ac:chgData name="BENJAMIN LOH CHOON HOW LOH" userId="a65b82ee-d3c2-415f-a71c-ecc68e03f2f1" providerId="ADAL" clId="{732E9F0D-FC62-4398-9525-357A3DF48A4F}" dt="2024-03-30T07:03:00.993" v="73"/>
          <ac:picMkLst>
            <pc:docMk/>
            <pc:sldMk cId="3333781544" sldId="346"/>
            <ac:picMk id="1026" creationId="{DE544885-481F-4AE2-96AB-EB28E857F12F}"/>
          </ac:picMkLst>
        </pc:picChg>
        <pc:picChg chg="add del">
          <ac:chgData name="BENJAMIN LOH CHOON HOW LOH" userId="a65b82ee-d3c2-415f-a71c-ecc68e03f2f1" providerId="ADAL" clId="{732E9F0D-FC62-4398-9525-357A3DF48A4F}" dt="2024-03-30T07:03:28.921" v="79" actId="478"/>
          <ac:picMkLst>
            <pc:docMk/>
            <pc:sldMk cId="3333781544" sldId="346"/>
            <ac:picMk id="1028" creationId="{F021E016-DFE5-4153-8CD4-C68DE11702CA}"/>
          </ac:picMkLst>
        </pc:picChg>
        <pc:picChg chg="add del mod">
          <ac:chgData name="BENJAMIN LOH CHOON HOW LOH" userId="a65b82ee-d3c2-415f-a71c-ecc68e03f2f1" providerId="ADAL" clId="{732E9F0D-FC62-4398-9525-357A3DF48A4F}" dt="2024-03-30T07:04:22.003" v="86" actId="478"/>
          <ac:picMkLst>
            <pc:docMk/>
            <pc:sldMk cId="3333781544" sldId="346"/>
            <ac:picMk id="1030" creationId="{508FD701-63D5-4B71-80B5-4B3AC943B4E1}"/>
          </ac:picMkLst>
        </pc:picChg>
        <pc:picChg chg="add mod">
          <ac:chgData name="BENJAMIN LOH CHOON HOW LOH" userId="a65b82ee-d3c2-415f-a71c-ecc68e03f2f1" providerId="ADAL" clId="{732E9F0D-FC62-4398-9525-357A3DF48A4F}" dt="2024-03-30T07:05:24.974" v="94" actId="1076"/>
          <ac:picMkLst>
            <pc:docMk/>
            <pc:sldMk cId="3333781544" sldId="346"/>
            <ac:picMk id="1032" creationId="{95B59D8F-113F-4BE3-8058-4395466A8BE1}"/>
          </ac:picMkLst>
        </pc:picChg>
        <pc:picChg chg="add mod">
          <ac:chgData name="BENJAMIN LOH CHOON HOW LOH" userId="a65b82ee-d3c2-415f-a71c-ecc68e03f2f1" providerId="ADAL" clId="{732E9F0D-FC62-4398-9525-357A3DF48A4F}" dt="2024-03-30T07:05:29.970" v="96" actId="1076"/>
          <ac:picMkLst>
            <pc:docMk/>
            <pc:sldMk cId="3333781544" sldId="346"/>
            <ac:picMk id="1034" creationId="{D33681CA-325E-4A30-AAFB-CD79CD666370}"/>
          </ac:picMkLst>
        </pc:picChg>
        <pc:picChg chg="add mod">
          <ac:chgData name="BENJAMIN LOH CHOON HOW LOH" userId="a65b82ee-d3c2-415f-a71c-ecc68e03f2f1" providerId="ADAL" clId="{732E9F0D-FC62-4398-9525-357A3DF48A4F}" dt="2024-03-30T07:05:52.845" v="98" actId="1076"/>
          <ac:picMkLst>
            <pc:docMk/>
            <pc:sldMk cId="3333781544" sldId="346"/>
            <ac:picMk id="1036" creationId="{B8127404-0803-4FBD-B38A-7FC5C6C5A94A}"/>
          </ac:picMkLst>
        </pc:picChg>
        <pc:cxnChg chg="add mod">
          <ac:chgData name="BENJAMIN LOH CHOON HOW LOH" userId="a65b82ee-d3c2-415f-a71c-ecc68e03f2f1" providerId="ADAL" clId="{732E9F0D-FC62-4398-9525-357A3DF48A4F}" dt="2024-03-30T07:06:01.813" v="99" actId="11529"/>
          <ac:cxnSpMkLst>
            <pc:docMk/>
            <pc:sldMk cId="3333781544" sldId="346"/>
            <ac:cxnSpMk id="4" creationId="{F677AC9F-7D69-4061-8C03-4521082388B3}"/>
          </ac:cxnSpMkLst>
        </pc:cxnChg>
        <pc:cxnChg chg="add mod">
          <ac:chgData name="BENJAMIN LOH CHOON HOW LOH" userId="a65b82ee-d3c2-415f-a71c-ecc68e03f2f1" providerId="ADAL" clId="{732E9F0D-FC62-4398-9525-357A3DF48A4F}" dt="2024-03-30T07:06:09.758" v="102" actId="14100"/>
          <ac:cxnSpMkLst>
            <pc:docMk/>
            <pc:sldMk cId="3333781544" sldId="346"/>
            <ac:cxnSpMk id="11" creationId="{DF2419A7-63FE-4A46-BCC0-361675A3739C}"/>
          </ac:cxnSpMkLst>
        </pc:cxnChg>
      </pc:sldChg>
      <pc:sldChg chg="addSp delSp modSp add">
        <pc:chgData name="BENJAMIN LOH CHOON HOW LOH" userId="a65b82ee-d3c2-415f-a71c-ecc68e03f2f1" providerId="ADAL" clId="{732E9F0D-FC62-4398-9525-357A3DF48A4F}" dt="2024-03-30T07:35:01.225" v="835" actId="20577"/>
        <pc:sldMkLst>
          <pc:docMk/>
          <pc:sldMk cId="273375342" sldId="347"/>
        </pc:sldMkLst>
        <pc:spChg chg="mod">
          <ac:chgData name="BENJAMIN LOH CHOON HOW LOH" userId="a65b82ee-d3c2-415f-a71c-ecc68e03f2f1" providerId="ADAL" clId="{732E9F0D-FC62-4398-9525-357A3DF48A4F}" dt="2024-03-30T07:32:09.089" v="713" actId="1076"/>
          <ac:spMkLst>
            <pc:docMk/>
            <pc:sldMk cId="273375342" sldId="347"/>
            <ac:spMk id="2" creationId="{DEFB6131-5DB6-5201-2E27-04CD8CAAF1FD}"/>
          </ac:spMkLst>
        </pc:spChg>
        <pc:spChg chg="add mod">
          <ac:chgData name="BENJAMIN LOH CHOON HOW LOH" userId="a65b82ee-d3c2-415f-a71c-ecc68e03f2f1" providerId="ADAL" clId="{732E9F0D-FC62-4398-9525-357A3DF48A4F}" dt="2024-03-30T07:35:01.225" v="835" actId="20577"/>
          <ac:spMkLst>
            <pc:docMk/>
            <pc:sldMk cId="273375342" sldId="347"/>
            <ac:spMk id="6" creationId="{43D98247-54BA-47DE-AF94-94002BACDA7D}"/>
          </ac:spMkLst>
        </pc:spChg>
        <pc:picChg chg="del">
          <ac:chgData name="BENJAMIN LOH CHOON HOW LOH" userId="a65b82ee-d3c2-415f-a71c-ecc68e03f2f1" providerId="ADAL" clId="{732E9F0D-FC62-4398-9525-357A3DF48A4F}" dt="2024-03-30T07:16:43.486" v="359" actId="478"/>
          <ac:picMkLst>
            <pc:docMk/>
            <pc:sldMk cId="273375342" sldId="347"/>
            <ac:picMk id="4" creationId="{2BC09F5F-955E-B1FC-EDBC-2F1A37061373}"/>
          </ac:picMkLst>
        </pc:picChg>
        <pc:picChg chg="add mod">
          <ac:chgData name="BENJAMIN LOH CHOON HOW LOH" userId="a65b82ee-d3c2-415f-a71c-ecc68e03f2f1" providerId="ADAL" clId="{732E9F0D-FC62-4398-9525-357A3DF48A4F}" dt="2024-03-30T07:31:22.289" v="697" actId="1076"/>
          <ac:picMkLst>
            <pc:docMk/>
            <pc:sldMk cId="273375342" sldId="347"/>
            <ac:picMk id="5" creationId="{10E57894-CAA6-4DC2-85ED-8A42DF914036}"/>
          </ac:picMkLst>
        </pc:picChg>
      </pc:sldChg>
      <pc:sldChg chg="addSp delSp modSp add">
        <pc:chgData name="BENJAMIN LOH CHOON HOW LOH" userId="a65b82ee-d3c2-415f-a71c-ecc68e03f2f1" providerId="ADAL" clId="{732E9F0D-FC62-4398-9525-357A3DF48A4F}" dt="2024-03-30T09:00:08.800" v="2087" actId="1076"/>
        <pc:sldMkLst>
          <pc:docMk/>
          <pc:sldMk cId="765978499" sldId="348"/>
        </pc:sldMkLst>
        <pc:spChg chg="del">
          <ac:chgData name="BENJAMIN LOH CHOON HOW LOH" userId="a65b82ee-d3c2-415f-a71c-ecc68e03f2f1" providerId="ADAL" clId="{732E9F0D-FC62-4398-9525-357A3DF48A4F}" dt="2024-03-30T07:24:43.727" v="601" actId="478"/>
          <ac:spMkLst>
            <pc:docMk/>
            <pc:sldMk cId="765978499" sldId="348"/>
            <ac:spMk id="2" creationId="{DEFB6131-5DB6-5201-2E27-04CD8CAAF1FD}"/>
          </ac:spMkLst>
        </pc:spChg>
        <pc:spChg chg="add mod">
          <ac:chgData name="BENJAMIN LOH CHOON HOW LOH" userId="a65b82ee-d3c2-415f-a71c-ecc68e03f2f1" providerId="ADAL" clId="{732E9F0D-FC62-4398-9525-357A3DF48A4F}" dt="2024-03-30T07:24:48.634" v="617" actId="20577"/>
          <ac:spMkLst>
            <pc:docMk/>
            <pc:sldMk cId="765978499" sldId="348"/>
            <ac:spMk id="4" creationId="{3F28FD97-42D6-42E5-8974-7D2246E20CD4}"/>
          </ac:spMkLst>
        </pc:spChg>
        <pc:spChg chg="add del mod">
          <ac:chgData name="BENJAMIN LOH CHOON HOW LOH" userId="a65b82ee-d3c2-415f-a71c-ecc68e03f2f1" providerId="ADAL" clId="{732E9F0D-FC62-4398-9525-357A3DF48A4F}" dt="2024-03-30T07:26:53.264" v="642" actId="767"/>
          <ac:spMkLst>
            <pc:docMk/>
            <pc:sldMk cId="765978499" sldId="348"/>
            <ac:spMk id="5" creationId="{7657E2D2-6DF7-4C8F-9721-7184D264A4AA}"/>
          </ac:spMkLst>
        </pc:spChg>
        <pc:spChg chg="add mod">
          <ac:chgData name="BENJAMIN LOH CHOON HOW LOH" userId="a65b82ee-d3c2-415f-a71c-ecc68e03f2f1" providerId="ADAL" clId="{732E9F0D-FC62-4398-9525-357A3DF48A4F}" dt="2024-03-30T09:00:05.256" v="2086" actId="1038"/>
          <ac:spMkLst>
            <pc:docMk/>
            <pc:sldMk cId="765978499" sldId="348"/>
            <ac:spMk id="11" creationId="{A578012E-427F-47E3-9FEC-0D179F746B0E}"/>
          </ac:spMkLst>
        </pc:spChg>
        <pc:spChg chg="add mod">
          <ac:chgData name="BENJAMIN LOH CHOON HOW LOH" userId="a65b82ee-d3c2-415f-a71c-ecc68e03f2f1" providerId="ADAL" clId="{732E9F0D-FC62-4398-9525-357A3DF48A4F}" dt="2024-03-30T09:00:05.256" v="2086" actId="1038"/>
          <ac:spMkLst>
            <pc:docMk/>
            <pc:sldMk cId="765978499" sldId="348"/>
            <ac:spMk id="12" creationId="{878D9282-4760-4CA8-9514-B30FCF604545}"/>
          </ac:spMkLst>
        </pc:spChg>
        <pc:spChg chg="add mod">
          <ac:chgData name="BENJAMIN LOH CHOON HOW LOH" userId="a65b82ee-d3c2-415f-a71c-ecc68e03f2f1" providerId="ADAL" clId="{732E9F0D-FC62-4398-9525-357A3DF48A4F}" dt="2024-03-30T09:00:05.256" v="2086" actId="1038"/>
          <ac:spMkLst>
            <pc:docMk/>
            <pc:sldMk cId="765978499" sldId="348"/>
            <ac:spMk id="17" creationId="{D09124E6-F7E5-435E-8502-B2F59B0215BA}"/>
          </ac:spMkLst>
        </pc:spChg>
        <pc:picChg chg="del">
          <ac:chgData name="BENJAMIN LOH CHOON HOW LOH" userId="a65b82ee-d3c2-415f-a71c-ecc68e03f2f1" providerId="ADAL" clId="{732E9F0D-FC62-4398-9525-357A3DF48A4F}" dt="2024-03-30T07:24:41.664" v="600" actId="478"/>
          <ac:picMkLst>
            <pc:docMk/>
            <pc:sldMk cId="765978499" sldId="348"/>
            <ac:picMk id="6" creationId="{0F9AEC1F-0556-27E5-578A-C4652243B418}"/>
          </ac:picMkLst>
        </pc:picChg>
        <pc:picChg chg="add mod">
          <ac:chgData name="BENJAMIN LOH CHOON HOW LOH" userId="a65b82ee-d3c2-415f-a71c-ecc68e03f2f1" providerId="ADAL" clId="{732E9F0D-FC62-4398-9525-357A3DF48A4F}" dt="2024-03-30T09:00:08.800" v="2087" actId="1076"/>
          <ac:picMkLst>
            <pc:docMk/>
            <pc:sldMk cId="765978499" sldId="348"/>
            <ac:picMk id="1026" creationId="{6C276CC4-DE6C-462A-B352-05735ABBB5CB}"/>
          </ac:picMkLst>
        </pc:picChg>
        <pc:picChg chg="add mod">
          <ac:chgData name="BENJAMIN LOH CHOON HOW LOH" userId="a65b82ee-d3c2-415f-a71c-ecc68e03f2f1" providerId="ADAL" clId="{732E9F0D-FC62-4398-9525-357A3DF48A4F}" dt="2024-03-30T09:00:05.256" v="2086" actId="1038"/>
          <ac:picMkLst>
            <pc:docMk/>
            <pc:sldMk cId="765978499" sldId="348"/>
            <ac:picMk id="1028" creationId="{18088868-F47E-4757-B5AF-A995C1CCFE75}"/>
          </ac:picMkLst>
        </pc:picChg>
        <pc:picChg chg="add mod">
          <ac:chgData name="BENJAMIN LOH CHOON HOW LOH" userId="a65b82ee-d3c2-415f-a71c-ecc68e03f2f1" providerId="ADAL" clId="{732E9F0D-FC62-4398-9525-357A3DF48A4F}" dt="2024-03-30T09:00:05.256" v="2086" actId="1038"/>
          <ac:picMkLst>
            <pc:docMk/>
            <pc:sldMk cId="765978499" sldId="348"/>
            <ac:picMk id="1030" creationId="{33C296C3-2176-4369-8FE2-8F764BDD3C26}"/>
          </ac:picMkLst>
        </pc:picChg>
        <pc:picChg chg="add mod">
          <ac:chgData name="BENJAMIN LOH CHOON HOW LOH" userId="a65b82ee-d3c2-415f-a71c-ecc68e03f2f1" providerId="ADAL" clId="{732E9F0D-FC62-4398-9525-357A3DF48A4F}" dt="2024-03-30T09:00:05.256" v="2086" actId="1038"/>
          <ac:picMkLst>
            <pc:docMk/>
            <pc:sldMk cId="765978499" sldId="348"/>
            <ac:picMk id="2050" creationId="{8A08B2C0-07EB-4D9B-949F-A35AC8A95154}"/>
          </ac:picMkLst>
        </pc:picChg>
        <pc:picChg chg="add del mod">
          <ac:chgData name="BENJAMIN LOH CHOON HOW LOH" userId="a65b82ee-d3c2-415f-a71c-ecc68e03f2f1" providerId="ADAL" clId="{732E9F0D-FC62-4398-9525-357A3DF48A4F}" dt="2024-03-30T07:26:02.959" v="625"/>
          <ac:picMkLst>
            <pc:docMk/>
            <pc:sldMk cId="765978499" sldId="348"/>
            <ac:picMk id="2052" creationId="{4A6C9458-7D4F-4C01-876E-7A116F461D13}"/>
          </ac:picMkLst>
        </pc:picChg>
        <pc:picChg chg="add mod">
          <ac:chgData name="BENJAMIN LOH CHOON HOW LOH" userId="a65b82ee-d3c2-415f-a71c-ecc68e03f2f1" providerId="ADAL" clId="{732E9F0D-FC62-4398-9525-357A3DF48A4F}" dt="2024-03-30T09:00:05.256" v="2086" actId="1038"/>
          <ac:picMkLst>
            <pc:docMk/>
            <pc:sldMk cId="765978499" sldId="348"/>
            <ac:picMk id="2054" creationId="{3754C962-2E94-4BDC-B10B-66AE9C98CA8D}"/>
          </ac:picMkLst>
        </pc:picChg>
        <pc:picChg chg="add del mod">
          <ac:chgData name="BENJAMIN LOH CHOON HOW LOH" userId="a65b82ee-d3c2-415f-a71c-ecc68e03f2f1" providerId="ADAL" clId="{732E9F0D-FC62-4398-9525-357A3DF48A4F}" dt="2024-03-30T07:28:59.350" v="679"/>
          <ac:picMkLst>
            <pc:docMk/>
            <pc:sldMk cId="765978499" sldId="348"/>
            <ac:picMk id="2056" creationId="{E3E97A5F-DECC-47FA-9D21-DA216177575F}"/>
          </ac:picMkLst>
        </pc:picChg>
        <pc:picChg chg="add mod">
          <ac:chgData name="BENJAMIN LOH CHOON HOW LOH" userId="a65b82ee-d3c2-415f-a71c-ecc68e03f2f1" providerId="ADAL" clId="{732E9F0D-FC62-4398-9525-357A3DF48A4F}" dt="2024-03-30T09:00:05.256" v="2086" actId="1038"/>
          <ac:picMkLst>
            <pc:docMk/>
            <pc:sldMk cId="765978499" sldId="348"/>
            <ac:picMk id="2058" creationId="{236D5D9B-A16A-49F1-A494-DCBC47B90374}"/>
          </ac:picMkLst>
        </pc:picChg>
        <pc:cxnChg chg="add mod">
          <ac:chgData name="BENJAMIN LOH CHOON HOW LOH" userId="a65b82ee-d3c2-415f-a71c-ecc68e03f2f1" providerId="ADAL" clId="{732E9F0D-FC62-4398-9525-357A3DF48A4F}" dt="2024-03-30T09:00:05.256" v="2086" actId="1038"/>
          <ac:cxnSpMkLst>
            <pc:docMk/>
            <pc:sldMk cId="765978499" sldId="348"/>
            <ac:cxnSpMk id="3" creationId="{98182A08-7C5A-4F3A-B91E-1C38B8526385}"/>
          </ac:cxnSpMkLst>
        </pc:cxnChg>
        <pc:cxnChg chg="add mod">
          <ac:chgData name="BENJAMIN LOH CHOON HOW LOH" userId="a65b82ee-d3c2-415f-a71c-ecc68e03f2f1" providerId="ADAL" clId="{732E9F0D-FC62-4398-9525-357A3DF48A4F}" dt="2024-03-30T09:00:05.256" v="2086" actId="1038"/>
          <ac:cxnSpMkLst>
            <pc:docMk/>
            <pc:sldMk cId="765978499" sldId="348"/>
            <ac:cxnSpMk id="8" creationId="{C433E52C-B64E-45A3-A1CD-33FDA431A67E}"/>
          </ac:cxnSpMkLst>
        </pc:cxnChg>
        <pc:cxnChg chg="add mod">
          <ac:chgData name="BENJAMIN LOH CHOON HOW LOH" userId="a65b82ee-d3c2-415f-a71c-ecc68e03f2f1" providerId="ADAL" clId="{732E9F0D-FC62-4398-9525-357A3DF48A4F}" dt="2024-03-30T09:00:05.256" v="2086" actId="1038"/>
          <ac:cxnSpMkLst>
            <pc:docMk/>
            <pc:sldMk cId="765978499" sldId="348"/>
            <ac:cxnSpMk id="9" creationId="{F15EF44F-BD64-4512-83BF-17CBE5390A01}"/>
          </ac:cxnSpMkLst>
        </pc:cxnChg>
        <pc:cxnChg chg="add mod">
          <ac:chgData name="BENJAMIN LOH CHOON HOW LOH" userId="a65b82ee-d3c2-415f-a71c-ecc68e03f2f1" providerId="ADAL" clId="{732E9F0D-FC62-4398-9525-357A3DF48A4F}" dt="2024-03-30T09:00:05.256" v="2086" actId="1038"/>
          <ac:cxnSpMkLst>
            <pc:docMk/>
            <pc:sldMk cId="765978499" sldId="348"/>
            <ac:cxnSpMk id="16" creationId="{F3C630BB-3260-4418-BE13-5E3F8DB0F0AB}"/>
          </ac:cxnSpMkLst>
        </pc:cxnChg>
        <pc:cxnChg chg="add mod">
          <ac:chgData name="BENJAMIN LOH CHOON HOW LOH" userId="a65b82ee-d3c2-415f-a71c-ecc68e03f2f1" providerId="ADAL" clId="{732E9F0D-FC62-4398-9525-357A3DF48A4F}" dt="2024-03-30T09:00:05.256" v="2086" actId="1038"/>
          <ac:cxnSpMkLst>
            <pc:docMk/>
            <pc:sldMk cId="765978499" sldId="348"/>
            <ac:cxnSpMk id="23" creationId="{0BBA9F16-74BC-4C64-820C-1A135D396A14}"/>
          </ac:cxnSpMkLst>
        </pc:cxnChg>
      </pc:sldChg>
      <pc:sldChg chg="addSp delSp modSp add">
        <pc:chgData name="BENJAMIN LOH CHOON HOW LOH" userId="a65b82ee-d3c2-415f-a71c-ecc68e03f2f1" providerId="ADAL" clId="{732E9F0D-FC62-4398-9525-357A3DF48A4F}" dt="2024-03-30T07:36:59.282" v="1009" actId="20577"/>
        <pc:sldMkLst>
          <pc:docMk/>
          <pc:sldMk cId="1923670323" sldId="349"/>
        </pc:sldMkLst>
        <pc:spChg chg="mod">
          <ac:chgData name="BENJAMIN LOH CHOON HOW LOH" userId="a65b82ee-d3c2-415f-a71c-ecc68e03f2f1" providerId="ADAL" clId="{732E9F0D-FC62-4398-9525-357A3DF48A4F}" dt="2024-03-30T07:36:59.282" v="1009" actId="20577"/>
          <ac:spMkLst>
            <pc:docMk/>
            <pc:sldMk cId="1923670323" sldId="349"/>
            <ac:spMk id="2" creationId="{DEFB6131-5DB6-5201-2E27-04CD8CAAF1FD}"/>
          </ac:spMkLst>
        </pc:spChg>
        <pc:spChg chg="mod">
          <ac:chgData name="BENJAMIN LOH CHOON HOW LOH" userId="a65b82ee-d3c2-415f-a71c-ecc68e03f2f1" providerId="ADAL" clId="{732E9F0D-FC62-4398-9525-357A3DF48A4F}" dt="2024-03-30T07:36:36.448" v="1003" actId="20577"/>
          <ac:spMkLst>
            <pc:docMk/>
            <pc:sldMk cId="1923670323" sldId="349"/>
            <ac:spMk id="6" creationId="{43D98247-54BA-47DE-AF94-94002BACDA7D}"/>
          </ac:spMkLst>
        </pc:spChg>
        <pc:picChg chg="del">
          <ac:chgData name="BENJAMIN LOH CHOON HOW LOH" userId="a65b82ee-d3c2-415f-a71c-ecc68e03f2f1" providerId="ADAL" clId="{732E9F0D-FC62-4398-9525-357A3DF48A4F}" dt="2024-03-30T07:36:48.647" v="1004" actId="478"/>
          <ac:picMkLst>
            <pc:docMk/>
            <pc:sldMk cId="1923670323" sldId="349"/>
            <ac:picMk id="5" creationId="{10E57894-CAA6-4DC2-85ED-8A42DF914036}"/>
          </ac:picMkLst>
        </pc:picChg>
        <pc:picChg chg="add mod">
          <ac:chgData name="BENJAMIN LOH CHOON HOW LOH" userId="a65b82ee-d3c2-415f-a71c-ecc68e03f2f1" providerId="ADAL" clId="{732E9F0D-FC62-4398-9525-357A3DF48A4F}" dt="2024-03-30T07:36:56.233" v="1007" actId="1076"/>
          <ac:picMkLst>
            <pc:docMk/>
            <pc:sldMk cId="1923670323" sldId="349"/>
            <ac:picMk id="7" creationId="{9FAD58E6-7D35-4C4E-868F-CA612C8F993C}"/>
          </ac:picMkLst>
        </pc:picChg>
      </pc:sldChg>
      <pc:sldChg chg="addSp delSp modSp add">
        <pc:chgData name="BENJAMIN LOH CHOON HOW LOH" userId="a65b82ee-d3c2-415f-a71c-ecc68e03f2f1" providerId="ADAL" clId="{732E9F0D-FC62-4398-9525-357A3DF48A4F}" dt="2024-03-30T07:41:00.015" v="1148" actId="14100"/>
        <pc:sldMkLst>
          <pc:docMk/>
          <pc:sldMk cId="395623607" sldId="350"/>
        </pc:sldMkLst>
        <pc:spChg chg="mod">
          <ac:chgData name="BENJAMIN LOH CHOON HOW LOH" userId="a65b82ee-d3c2-415f-a71c-ecc68e03f2f1" providerId="ADAL" clId="{732E9F0D-FC62-4398-9525-357A3DF48A4F}" dt="2024-03-30T07:39:36.827" v="1132" actId="14100"/>
          <ac:spMkLst>
            <pc:docMk/>
            <pc:sldMk cId="395623607" sldId="350"/>
            <ac:spMk id="2" creationId="{DEFB6131-5DB6-5201-2E27-04CD8CAAF1FD}"/>
          </ac:spMkLst>
        </pc:spChg>
        <pc:spChg chg="mod">
          <ac:chgData name="BENJAMIN LOH CHOON HOW LOH" userId="a65b82ee-d3c2-415f-a71c-ecc68e03f2f1" providerId="ADAL" clId="{732E9F0D-FC62-4398-9525-357A3DF48A4F}" dt="2024-03-30T07:38:27.616" v="1118" actId="1076"/>
          <ac:spMkLst>
            <pc:docMk/>
            <pc:sldMk cId="395623607" sldId="350"/>
            <ac:spMk id="6" creationId="{43D98247-54BA-47DE-AF94-94002BACDA7D}"/>
          </ac:spMkLst>
        </pc:spChg>
        <pc:spChg chg="add mod">
          <ac:chgData name="BENJAMIN LOH CHOON HOW LOH" userId="a65b82ee-d3c2-415f-a71c-ecc68e03f2f1" providerId="ADAL" clId="{732E9F0D-FC62-4398-9525-357A3DF48A4F}" dt="2024-03-30T07:40:46.931" v="1145" actId="1076"/>
          <ac:spMkLst>
            <pc:docMk/>
            <pc:sldMk cId="395623607" sldId="350"/>
            <ac:spMk id="10" creationId="{6E831240-D2A3-43B5-A311-D060FF3ED00C}"/>
          </ac:spMkLst>
        </pc:spChg>
        <pc:spChg chg="add mod">
          <ac:chgData name="BENJAMIN LOH CHOON HOW LOH" userId="a65b82ee-d3c2-415f-a71c-ecc68e03f2f1" providerId="ADAL" clId="{732E9F0D-FC62-4398-9525-357A3DF48A4F}" dt="2024-03-30T07:40:53.744" v="1146" actId="1076"/>
          <ac:spMkLst>
            <pc:docMk/>
            <pc:sldMk cId="395623607" sldId="350"/>
            <ac:spMk id="11" creationId="{325BEC53-C9DD-423B-B135-ED5A7F23010E}"/>
          </ac:spMkLst>
        </pc:spChg>
        <pc:picChg chg="del">
          <ac:chgData name="BENJAMIN LOH CHOON HOW LOH" userId="a65b82ee-d3c2-415f-a71c-ecc68e03f2f1" providerId="ADAL" clId="{732E9F0D-FC62-4398-9525-357A3DF48A4F}" dt="2024-03-30T07:37:52.809" v="1111" actId="478"/>
          <ac:picMkLst>
            <pc:docMk/>
            <pc:sldMk cId="395623607" sldId="350"/>
            <ac:picMk id="7" creationId="{9FAD58E6-7D35-4C4E-868F-CA612C8F993C}"/>
          </ac:picMkLst>
        </pc:picChg>
        <pc:picChg chg="add mod modCrop">
          <ac:chgData name="BENJAMIN LOH CHOON HOW LOH" userId="a65b82ee-d3c2-415f-a71c-ecc68e03f2f1" providerId="ADAL" clId="{732E9F0D-FC62-4398-9525-357A3DF48A4F}" dt="2024-03-30T07:38:17.552" v="1116" actId="1076"/>
          <ac:picMkLst>
            <pc:docMk/>
            <pc:sldMk cId="395623607" sldId="350"/>
            <ac:picMk id="8" creationId="{4776D0D2-CFC6-4280-8F69-565F5F175682}"/>
          </ac:picMkLst>
        </pc:picChg>
        <pc:picChg chg="add mod modCrop">
          <ac:chgData name="BENJAMIN LOH CHOON HOW LOH" userId="a65b82ee-d3c2-415f-a71c-ecc68e03f2f1" providerId="ADAL" clId="{732E9F0D-FC62-4398-9525-357A3DF48A4F}" dt="2024-03-30T07:39:43.050" v="1133" actId="14100"/>
          <ac:picMkLst>
            <pc:docMk/>
            <pc:sldMk cId="395623607" sldId="350"/>
            <ac:picMk id="9" creationId="{3B7F62B2-9E83-476A-854E-924952E96E03}"/>
          </ac:picMkLst>
        </pc:picChg>
        <pc:cxnChg chg="add mod">
          <ac:chgData name="BENJAMIN LOH CHOON HOW LOH" userId="a65b82ee-d3c2-415f-a71c-ecc68e03f2f1" providerId="ADAL" clId="{732E9F0D-FC62-4398-9525-357A3DF48A4F}" dt="2024-03-30T07:40:34.145" v="1142" actId="11529"/>
          <ac:cxnSpMkLst>
            <pc:docMk/>
            <pc:sldMk cId="395623607" sldId="350"/>
            <ac:cxnSpMk id="4" creationId="{60E39EF2-B644-4156-9269-2677478B0FD7}"/>
          </ac:cxnSpMkLst>
        </pc:cxnChg>
        <pc:cxnChg chg="add mod">
          <ac:chgData name="BENJAMIN LOH CHOON HOW LOH" userId="a65b82ee-d3c2-415f-a71c-ecc68e03f2f1" providerId="ADAL" clId="{732E9F0D-FC62-4398-9525-357A3DF48A4F}" dt="2024-03-30T07:41:00.015" v="1148" actId="14100"/>
          <ac:cxnSpMkLst>
            <pc:docMk/>
            <pc:sldMk cId="395623607" sldId="350"/>
            <ac:cxnSpMk id="12" creationId="{EBE0AEA7-924B-4F64-95E5-90E60ABBB322}"/>
          </ac:cxnSpMkLst>
        </pc:cxnChg>
      </pc:sldChg>
      <pc:sldChg chg="addSp delSp modSp add">
        <pc:chgData name="BENJAMIN LOH CHOON HOW LOH" userId="a65b82ee-d3c2-415f-a71c-ecc68e03f2f1" providerId="ADAL" clId="{732E9F0D-FC62-4398-9525-357A3DF48A4F}" dt="2024-03-30T07:42:52.070" v="1273" actId="11529"/>
        <pc:sldMkLst>
          <pc:docMk/>
          <pc:sldMk cId="1527382263" sldId="351"/>
        </pc:sldMkLst>
        <pc:spChg chg="mod">
          <ac:chgData name="BENJAMIN LOH CHOON HOW LOH" userId="a65b82ee-d3c2-415f-a71c-ecc68e03f2f1" providerId="ADAL" clId="{732E9F0D-FC62-4398-9525-357A3DF48A4F}" dt="2024-03-30T07:41:19.373" v="1171" actId="20577"/>
          <ac:spMkLst>
            <pc:docMk/>
            <pc:sldMk cId="1527382263" sldId="351"/>
            <ac:spMk id="2" creationId="{DEFB6131-5DB6-5201-2E27-04CD8CAAF1FD}"/>
          </ac:spMkLst>
        </pc:spChg>
        <pc:spChg chg="mod">
          <ac:chgData name="BENJAMIN LOH CHOON HOW LOH" userId="a65b82ee-d3c2-415f-a71c-ecc68e03f2f1" providerId="ADAL" clId="{732E9F0D-FC62-4398-9525-357A3DF48A4F}" dt="2024-03-30T07:41:28.014" v="1207" actId="20577"/>
          <ac:spMkLst>
            <pc:docMk/>
            <pc:sldMk cId="1527382263" sldId="351"/>
            <ac:spMk id="6" creationId="{43D98247-54BA-47DE-AF94-94002BACDA7D}"/>
          </ac:spMkLst>
        </pc:spChg>
        <pc:spChg chg="add mod">
          <ac:chgData name="BENJAMIN LOH CHOON HOW LOH" userId="a65b82ee-d3c2-415f-a71c-ecc68e03f2f1" providerId="ADAL" clId="{732E9F0D-FC62-4398-9525-357A3DF48A4F}" dt="2024-03-30T07:42:28.055" v="1245" actId="20577"/>
          <ac:spMkLst>
            <pc:docMk/>
            <pc:sldMk cId="1527382263" sldId="351"/>
            <ac:spMk id="10" creationId="{08766F40-154A-4136-B55F-A24383604D0D}"/>
          </ac:spMkLst>
        </pc:spChg>
        <pc:spChg chg="add mod">
          <ac:chgData name="BENJAMIN LOH CHOON HOW LOH" userId="a65b82ee-d3c2-415f-a71c-ecc68e03f2f1" providerId="ADAL" clId="{732E9F0D-FC62-4398-9525-357A3DF48A4F}" dt="2024-03-30T07:42:35.824" v="1271" actId="20577"/>
          <ac:spMkLst>
            <pc:docMk/>
            <pc:sldMk cId="1527382263" sldId="351"/>
            <ac:spMk id="11" creationId="{ECA46ABB-3194-4159-A936-CE078679E690}"/>
          </ac:spMkLst>
        </pc:spChg>
        <pc:picChg chg="del">
          <ac:chgData name="BENJAMIN LOH CHOON HOW LOH" userId="a65b82ee-d3c2-415f-a71c-ecc68e03f2f1" providerId="ADAL" clId="{732E9F0D-FC62-4398-9525-357A3DF48A4F}" dt="2024-03-30T07:41:12.594" v="1150" actId="478"/>
          <ac:picMkLst>
            <pc:docMk/>
            <pc:sldMk cId="1527382263" sldId="351"/>
            <ac:picMk id="7" creationId="{9FAD58E6-7D35-4C4E-868F-CA612C8F993C}"/>
          </ac:picMkLst>
        </pc:picChg>
        <pc:picChg chg="add mod modCrop">
          <ac:chgData name="BENJAMIN LOH CHOON HOW LOH" userId="a65b82ee-d3c2-415f-a71c-ecc68e03f2f1" providerId="ADAL" clId="{732E9F0D-FC62-4398-9525-357A3DF48A4F}" dt="2024-03-30T07:41:42.239" v="1210" actId="1076"/>
          <ac:picMkLst>
            <pc:docMk/>
            <pc:sldMk cId="1527382263" sldId="351"/>
            <ac:picMk id="8" creationId="{6AB65646-2164-409B-99EA-5684C295F14E}"/>
          </ac:picMkLst>
        </pc:picChg>
        <pc:picChg chg="add mod modCrop">
          <ac:chgData name="BENJAMIN LOH CHOON HOW LOH" userId="a65b82ee-d3c2-415f-a71c-ecc68e03f2f1" providerId="ADAL" clId="{732E9F0D-FC62-4398-9525-357A3DF48A4F}" dt="2024-03-30T07:42:04.047" v="1213" actId="732"/>
          <ac:picMkLst>
            <pc:docMk/>
            <pc:sldMk cId="1527382263" sldId="351"/>
            <ac:picMk id="9" creationId="{475EF9F0-1737-4F1B-977F-A5DD6683939E}"/>
          </ac:picMkLst>
        </pc:picChg>
        <pc:cxnChg chg="add mod">
          <ac:chgData name="BENJAMIN LOH CHOON HOW LOH" userId="a65b82ee-d3c2-415f-a71c-ecc68e03f2f1" providerId="ADAL" clId="{732E9F0D-FC62-4398-9525-357A3DF48A4F}" dt="2024-03-30T07:42:45.603" v="1272" actId="11529"/>
          <ac:cxnSpMkLst>
            <pc:docMk/>
            <pc:sldMk cId="1527382263" sldId="351"/>
            <ac:cxnSpMk id="4" creationId="{E2F9B681-2201-4704-A0E5-C1972B5801C7}"/>
          </ac:cxnSpMkLst>
        </pc:cxnChg>
        <pc:cxnChg chg="add mod">
          <ac:chgData name="BENJAMIN LOH CHOON HOW LOH" userId="a65b82ee-d3c2-415f-a71c-ecc68e03f2f1" providerId="ADAL" clId="{732E9F0D-FC62-4398-9525-357A3DF48A4F}" dt="2024-03-30T07:42:52.070" v="1273" actId="11529"/>
          <ac:cxnSpMkLst>
            <pc:docMk/>
            <pc:sldMk cId="1527382263" sldId="351"/>
            <ac:cxnSpMk id="12" creationId="{E6D76FB6-2693-46BA-894E-9F7F8DDA1DD1}"/>
          </ac:cxnSpMkLst>
        </pc:cxnChg>
      </pc:sldChg>
      <pc:sldChg chg="modSp add">
        <pc:chgData name="BENJAMIN LOH CHOON HOW LOH" userId="a65b82ee-d3c2-415f-a71c-ecc68e03f2f1" providerId="ADAL" clId="{732E9F0D-FC62-4398-9525-357A3DF48A4F}" dt="2024-04-01T09:10:19.430" v="2092" actId="20577"/>
        <pc:sldMkLst>
          <pc:docMk/>
          <pc:sldMk cId="3943700748" sldId="359"/>
        </pc:sldMkLst>
        <pc:spChg chg="mod">
          <ac:chgData name="BENJAMIN LOH CHOON HOW LOH" userId="a65b82ee-d3c2-415f-a71c-ecc68e03f2f1" providerId="ADAL" clId="{732E9F0D-FC62-4398-9525-357A3DF48A4F}" dt="2024-04-01T09:10:19.430" v="2092" actId="20577"/>
          <ac:spMkLst>
            <pc:docMk/>
            <pc:sldMk cId="3943700748" sldId="359"/>
            <ac:spMk id="2" creationId="{69FAE308-3076-43DB-B834-DA0B0AE19AF9}"/>
          </ac:spMkLst>
        </pc:spChg>
      </pc:sldChg>
    </pc:docChg>
  </pc:docChgLst>
  <pc:docChgLst>
    <pc:chgData name="BENJAMIN LOH CHOON HOW LOH" userId="a65b82ee-d3c2-415f-a71c-ecc68e03f2f1" providerId="ADAL" clId="{245ABFAE-2655-40F5-A3AA-5036A4438BA4}"/>
    <pc:docChg chg="custSel addSld modSld">
      <pc:chgData name="BENJAMIN LOH CHOON HOW LOH" userId="a65b82ee-d3c2-415f-a71c-ecc68e03f2f1" providerId="ADAL" clId="{245ABFAE-2655-40F5-A3AA-5036A4438BA4}" dt="2024-03-08T05:35:41.035" v="361" actId="20577"/>
      <pc:docMkLst>
        <pc:docMk/>
      </pc:docMkLst>
    </pc:docChg>
  </pc:docChgLst>
  <pc:docChgLst>
    <pc:chgData name="LOO SIONG YU" userId="S::2201255@sit.singaporetech.edu.sg::4cea3fe2-e772-4cd8-b223-efd025da2b6d" providerId="AD" clId="Web-{B30306FA-D1A9-9C96-36AF-2777973B2CE8}"/>
    <pc:docChg chg="addSld modSld">
      <pc:chgData name="LOO SIONG YU" userId="S::2201255@sit.singaporetech.edu.sg::4cea3fe2-e772-4cd8-b223-efd025da2b6d" providerId="AD" clId="Web-{B30306FA-D1A9-9C96-36AF-2777973B2CE8}" dt="2024-03-06T01:52:45.997" v="276" actId="14100"/>
      <pc:docMkLst>
        <pc:docMk/>
      </pc:docMkLst>
    </pc:docChg>
  </pc:docChgLst>
  <pc:docChgLst>
    <pc:chgData name="NEAM HENG CHONG  TIMOTHY" userId="S::2201291@sit.singaporetech.edu.sg::67fae3e4-847a-4f7b-814d-9705d99839e2" providerId="AD" clId="Web-{A8BA4B5C-FBF8-D0AA-9660-0568CF322132}"/>
    <pc:docChg chg="addSld delSld modSld">
      <pc:chgData name="NEAM HENG CHONG  TIMOTHY" userId="S::2201291@sit.singaporetech.edu.sg::67fae3e4-847a-4f7b-814d-9705d99839e2" providerId="AD" clId="Web-{A8BA4B5C-FBF8-D0AA-9660-0568CF322132}" dt="2024-03-23T12:29:13.099" v="28"/>
      <pc:docMkLst>
        <pc:docMk/>
      </pc:docMkLst>
      <pc:sldChg chg="modSp">
        <pc:chgData name="NEAM HENG CHONG  TIMOTHY" userId="S::2201291@sit.singaporetech.edu.sg::67fae3e4-847a-4f7b-814d-9705d99839e2" providerId="AD" clId="Web-{A8BA4B5C-FBF8-D0AA-9660-0568CF322132}" dt="2024-03-23T12:24:54.206" v="2" actId="20577"/>
        <pc:sldMkLst>
          <pc:docMk/>
          <pc:sldMk cId="2915819018" sldId="331"/>
        </pc:sldMkLst>
        <pc:spChg chg="mod">
          <ac:chgData name="NEAM HENG CHONG  TIMOTHY" userId="S::2201291@sit.singaporetech.edu.sg::67fae3e4-847a-4f7b-814d-9705d99839e2" providerId="AD" clId="Web-{A8BA4B5C-FBF8-D0AA-9660-0568CF322132}" dt="2024-03-23T12:24:54.206" v="2" actId="20577"/>
          <ac:spMkLst>
            <pc:docMk/>
            <pc:sldMk cId="2915819018" sldId="331"/>
            <ac:spMk id="2" creationId="{26F8BB19-A842-3065-DFE3-D7100864FA32}"/>
          </ac:spMkLst>
        </pc:spChg>
      </pc:sldChg>
      <pc:sldChg chg="modSp add replId">
        <pc:chgData name="NEAM HENG CHONG  TIMOTHY" userId="S::2201291@sit.singaporetech.edu.sg::67fae3e4-847a-4f7b-814d-9705d99839e2" providerId="AD" clId="Web-{A8BA4B5C-FBF8-D0AA-9660-0568CF322132}" dt="2024-03-23T12:26:12.524" v="20" actId="20577"/>
        <pc:sldMkLst>
          <pc:docMk/>
          <pc:sldMk cId="3350727360" sldId="334"/>
        </pc:sldMkLst>
        <pc:spChg chg="mod">
          <ac:chgData name="NEAM HENG CHONG  TIMOTHY" userId="S::2201291@sit.singaporetech.edu.sg::67fae3e4-847a-4f7b-814d-9705d99839e2" providerId="AD" clId="Web-{A8BA4B5C-FBF8-D0AA-9660-0568CF322132}" dt="2024-03-23T12:26:12.524" v="20" actId="20577"/>
          <ac:spMkLst>
            <pc:docMk/>
            <pc:sldMk cId="3350727360" sldId="334"/>
            <ac:spMk id="2" creationId="{26F8BB19-A842-3065-DFE3-D7100864FA32}"/>
          </ac:spMkLst>
        </pc:spChg>
      </pc:sldChg>
      <pc:sldChg chg="modSp add replId">
        <pc:chgData name="NEAM HENG CHONG  TIMOTHY" userId="S::2201291@sit.singaporetech.edu.sg::67fae3e4-847a-4f7b-814d-9705d99839e2" providerId="AD" clId="Web-{A8BA4B5C-FBF8-D0AA-9660-0568CF322132}" dt="2024-03-23T12:25:53.070" v="11" actId="20577"/>
        <pc:sldMkLst>
          <pc:docMk/>
          <pc:sldMk cId="2960139510" sldId="336"/>
        </pc:sldMkLst>
        <pc:spChg chg="mod">
          <ac:chgData name="NEAM HENG CHONG  TIMOTHY" userId="S::2201291@sit.singaporetech.edu.sg::67fae3e4-847a-4f7b-814d-9705d99839e2" providerId="AD" clId="Web-{A8BA4B5C-FBF8-D0AA-9660-0568CF322132}" dt="2024-03-23T12:25:50.820" v="9" actId="20577"/>
          <ac:spMkLst>
            <pc:docMk/>
            <pc:sldMk cId="2960139510" sldId="336"/>
            <ac:spMk id="2" creationId="{DEFB6131-5DB6-5201-2E27-04CD8CAAF1FD}"/>
          </ac:spMkLst>
        </pc:spChg>
        <pc:spChg chg="mod">
          <ac:chgData name="NEAM HENG CHONG  TIMOTHY" userId="S::2201291@sit.singaporetech.edu.sg::67fae3e4-847a-4f7b-814d-9705d99839e2" providerId="AD" clId="Web-{A8BA4B5C-FBF8-D0AA-9660-0568CF322132}" dt="2024-03-23T12:25:53.070" v="11" actId="20577"/>
          <ac:spMkLst>
            <pc:docMk/>
            <pc:sldMk cId="2960139510" sldId="336"/>
            <ac:spMk id="3" creationId="{2BC2A7A1-3B03-C53D-9FB2-5F663D5DC24B}"/>
          </ac:spMkLst>
        </pc:spChg>
      </pc:sldChg>
      <pc:sldChg chg="modSp add replId">
        <pc:chgData name="NEAM HENG CHONG  TIMOTHY" userId="S::2201291@sit.singaporetech.edu.sg::67fae3e4-847a-4f7b-814d-9705d99839e2" providerId="AD" clId="Web-{A8BA4B5C-FBF8-D0AA-9660-0568CF322132}" dt="2024-03-23T12:25:59.883" v="14" actId="20577"/>
        <pc:sldMkLst>
          <pc:docMk/>
          <pc:sldMk cId="2604984644" sldId="337"/>
        </pc:sldMkLst>
        <pc:spChg chg="mod">
          <ac:chgData name="NEAM HENG CHONG  TIMOTHY" userId="S::2201291@sit.singaporetech.edu.sg::67fae3e4-847a-4f7b-814d-9705d99839e2" providerId="AD" clId="Web-{A8BA4B5C-FBF8-D0AA-9660-0568CF322132}" dt="2024-03-23T12:25:59.883" v="14" actId="20577"/>
          <ac:spMkLst>
            <pc:docMk/>
            <pc:sldMk cId="2604984644" sldId="337"/>
            <ac:spMk id="2" creationId="{DEFB6131-5DB6-5201-2E27-04CD8CAAF1FD}"/>
          </ac:spMkLst>
        </pc:spChg>
      </pc:sldChg>
    </pc:docChg>
  </pc:docChgLst>
  <pc:docChgLst>
    <pc:chgData name="BENJAMIN LOH CHOON HOW" userId="a65b82ee-d3c2-415f-a71c-ecc68e03f2f1" providerId="ADAL" clId="{F430A388-B659-4F38-9A17-E8BB279D03F4}"/>
    <pc:docChg chg="undo custSel addSld delSld modSld sldOrd">
      <pc:chgData name="BENJAMIN LOH CHOON HOW" userId="a65b82ee-d3c2-415f-a71c-ecc68e03f2f1" providerId="ADAL" clId="{F430A388-B659-4F38-9A17-E8BB279D03F4}" dt="2024-01-12T13:10:35.827" v="1222" actId="47"/>
      <pc:docMkLst>
        <pc:docMk/>
      </pc:docMkLst>
      <pc:sldChg chg="modSp mod">
        <pc:chgData name="BENJAMIN LOH CHOON HOW" userId="a65b82ee-d3c2-415f-a71c-ecc68e03f2f1" providerId="ADAL" clId="{F430A388-B659-4F38-9A17-E8BB279D03F4}" dt="2024-01-04T08:59:59.657" v="2" actId="20577"/>
        <pc:sldMkLst>
          <pc:docMk/>
          <pc:sldMk cId="2259308896" sldId="256"/>
        </pc:sldMkLst>
        <pc:spChg chg="mod">
          <ac:chgData name="BENJAMIN LOH CHOON HOW" userId="a65b82ee-d3c2-415f-a71c-ecc68e03f2f1" providerId="ADAL" clId="{F430A388-B659-4F38-9A17-E8BB279D03F4}" dt="2024-01-04T08:59:59.657" v="2" actId="20577"/>
          <ac:spMkLst>
            <pc:docMk/>
            <pc:sldMk cId="2259308896" sldId="256"/>
            <ac:spMk id="2" creationId="{51DF3D98-3C30-4CFC-8643-C81E829C8C25}"/>
          </ac:spMkLst>
        </pc:spChg>
      </pc:sldChg>
      <pc:sldChg chg="modSp mod">
        <pc:chgData name="BENJAMIN LOH CHOON HOW" userId="a65b82ee-d3c2-415f-a71c-ecc68e03f2f1" providerId="ADAL" clId="{F430A388-B659-4F38-9A17-E8BB279D03F4}" dt="2024-01-11T06:56:09.184" v="1130" actId="20577"/>
        <pc:sldMkLst>
          <pc:docMk/>
          <pc:sldMk cId="1325608595" sldId="257"/>
        </pc:sldMkLst>
        <pc:graphicFrameChg chg="mod modGraphic">
          <ac:chgData name="BENJAMIN LOH CHOON HOW" userId="a65b82ee-d3c2-415f-a71c-ecc68e03f2f1" providerId="ADAL" clId="{F430A388-B659-4F38-9A17-E8BB279D03F4}" dt="2024-01-11T06:56:09.184" v="1130" actId="20577"/>
          <ac:graphicFrameMkLst>
            <pc:docMk/>
            <pc:sldMk cId="1325608595" sldId="257"/>
            <ac:graphicFrameMk id="8" creationId="{3E220B6F-9B14-4BB3-9372-51092B50EB8D}"/>
          </ac:graphicFrameMkLst>
        </pc:graphicFrameChg>
      </pc:sldChg>
    </pc:docChg>
  </pc:docChgLst>
  <pc:docChgLst>
    <pc:chgData name="NEAM HENG CHONG  TIMOTHY" userId="S::2201291@sit.singaporetech.edu.sg::67fae3e4-847a-4f7b-814d-9705d99839e2" providerId="AD" clId="Web-{73AAC8BA-0329-A824-B186-45EF33F48DD1}"/>
    <pc:docChg chg="addSld modSld">
      <pc:chgData name="NEAM HENG CHONG  TIMOTHY" userId="S::2201291@sit.singaporetech.edu.sg::67fae3e4-847a-4f7b-814d-9705d99839e2" providerId="AD" clId="Web-{73AAC8BA-0329-A824-B186-45EF33F48DD1}" dt="2024-03-06T03:22:17.048" v="94" actId="1076"/>
      <pc:docMkLst>
        <pc:docMk/>
      </pc:docMkLst>
    </pc:docChg>
  </pc:docChgLst>
  <pc:docChgLst>
    <pc:chgData name="NEAM HENG CHONG  TIMOTHY" userId="S::2201291@sit.singaporetech.edu.sg::67fae3e4-847a-4f7b-814d-9705d99839e2" providerId="AD" clId="Web-{39A81C2A-91A8-C1FE-10FB-CF9EE9B0D94D}"/>
    <pc:docChg chg="modSld">
      <pc:chgData name="NEAM HENG CHONG  TIMOTHY" userId="S::2201291@sit.singaporetech.edu.sg::67fae3e4-847a-4f7b-814d-9705d99839e2" providerId="AD" clId="Web-{39A81C2A-91A8-C1FE-10FB-CF9EE9B0D94D}" dt="2024-03-06T03:20:18.190" v="9" actId="1076"/>
      <pc:docMkLst>
        <pc:docMk/>
      </pc:docMkLst>
    </pc:docChg>
  </pc:docChgLst>
  <pc:docChgLst>
    <pc:chgData name="LEE ZHENG HAN" userId="S::2201085@sit.singaporetech.edu.sg::e7f7cb89-b9d1-41fe-bfe1-e92f680dc436" providerId="AD" clId="Web-{C0A60FA5-0295-3981-A095-3A1A4C6C975A}"/>
    <pc:docChg chg="addSld modSld">
      <pc:chgData name="LEE ZHENG HAN" userId="S::2201085@sit.singaporetech.edu.sg::e7f7cb89-b9d1-41fe-bfe1-e92f680dc436" providerId="AD" clId="Web-{C0A60FA5-0295-3981-A095-3A1A4C6C975A}" dt="2024-03-08T00:54:53.491" v="10"/>
      <pc:docMkLst>
        <pc:docMk/>
      </pc:docMkLst>
    </pc:docChg>
  </pc:docChgLst>
  <pc:docChgLst>
    <pc:chgData name="NEAM HENG CHONG  TIMOTHY" userId="S::2201291@sit.singaporetech.edu.sg::67fae3e4-847a-4f7b-814d-9705d99839e2" providerId="AD" clId="Web-{14388EBC-5893-D8A4-F564-DA45FFC1D57A}"/>
    <pc:docChg chg="modSld">
      <pc:chgData name="NEAM HENG CHONG  TIMOTHY" userId="S::2201291@sit.singaporetech.edu.sg::67fae3e4-847a-4f7b-814d-9705d99839e2" providerId="AD" clId="Web-{14388EBC-5893-D8A4-F564-DA45FFC1D57A}" dt="2024-03-30T09:39:47.090" v="31" actId="1076"/>
      <pc:docMkLst>
        <pc:docMk/>
      </pc:docMkLst>
      <pc:sldChg chg="addSp modSp">
        <pc:chgData name="NEAM HENG CHONG  TIMOTHY" userId="S::2201291@sit.singaporetech.edu.sg::67fae3e4-847a-4f7b-814d-9705d99839e2" providerId="AD" clId="Web-{14388EBC-5893-D8A4-F564-DA45FFC1D57A}" dt="2024-03-30T09:39:47.090" v="31" actId="1076"/>
        <pc:sldMkLst>
          <pc:docMk/>
          <pc:sldMk cId="3813497245" sldId="343"/>
        </pc:sldMkLst>
        <pc:spChg chg="mod">
          <ac:chgData name="NEAM HENG CHONG  TIMOTHY" userId="S::2201291@sit.singaporetech.edu.sg::67fae3e4-847a-4f7b-814d-9705d99839e2" providerId="AD" clId="Web-{14388EBC-5893-D8A4-F564-DA45FFC1D57A}" dt="2024-03-30T09:38:58.165" v="19" actId="1076"/>
          <ac:spMkLst>
            <pc:docMk/>
            <pc:sldMk cId="3813497245" sldId="343"/>
            <ac:spMk id="3" creationId="{E11FA922-5C94-8B06-6614-0FA685BE0D8B}"/>
          </ac:spMkLst>
        </pc:spChg>
        <pc:spChg chg="add mod">
          <ac:chgData name="NEAM HENG CHONG  TIMOTHY" userId="S::2201291@sit.singaporetech.edu.sg::67fae3e4-847a-4f7b-814d-9705d99839e2" providerId="AD" clId="Web-{14388EBC-5893-D8A4-F564-DA45FFC1D57A}" dt="2024-03-30T09:39:35.386" v="30" actId="20577"/>
          <ac:spMkLst>
            <pc:docMk/>
            <pc:sldMk cId="3813497245" sldId="343"/>
            <ac:spMk id="5" creationId="{307B0368-7402-7A83-B7AE-BDFD2777DBE9}"/>
          </ac:spMkLst>
        </pc:spChg>
        <pc:spChg chg="mod">
          <ac:chgData name="NEAM HENG CHONG  TIMOTHY" userId="S::2201291@sit.singaporetech.edu.sg::67fae3e4-847a-4f7b-814d-9705d99839e2" providerId="AD" clId="Web-{14388EBC-5893-D8A4-F564-DA45FFC1D57A}" dt="2024-03-30T09:38:43.227" v="15" actId="1076"/>
          <ac:spMkLst>
            <pc:docMk/>
            <pc:sldMk cId="3813497245" sldId="343"/>
            <ac:spMk id="9" creationId="{F28E6C9A-3DB2-8A4F-A537-391892719975}"/>
          </ac:spMkLst>
        </pc:spChg>
        <pc:spChg chg="mod">
          <ac:chgData name="NEAM HENG CHONG  TIMOTHY" userId="S::2201291@sit.singaporetech.edu.sg::67fae3e4-847a-4f7b-814d-9705d99839e2" providerId="AD" clId="Web-{14388EBC-5893-D8A4-F564-DA45FFC1D57A}" dt="2024-03-30T09:39:47.090" v="31" actId="1076"/>
          <ac:spMkLst>
            <pc:docMk/>
            <pc:sldMk cId="3813497245" sldId="343"/>
            <ac:spMk id="12" creationId="{939D3184-64AD-319E-EEF2-87B5B488FF9F}"/>
          </ac:spMkLst>
        </pc:spChg>
        <pc:picChg chg="mod">
          <ac:chgData name="NEAM HENG CHONG  TIMOTHY" userId="S::2201291@sit.singaporetech.edu.sg::67fae3e4-847a-4f7b-814d-9705d99839e2" providerId="AD" clId="Web-{14388EBC-5893-D8A4-F564-DA45FFC1D57A}" dt="2024-03-30T09:38:26.102" v="11" actId="1076"/>
          <ac:picMkLst>
            <pc:docMk/>
            <pc:sldMk cId="3813497245" sldId="343"/>
            <ac:picMk id="4" creationId="{860E1D80-D9CB-1125-A684-8AFE48449FF7}"/>
          </ac:picMkLst>
        </pc:picChg>
        <pc:picChg chg="mod">
          <ac:chgData name="NEAM HENG CHONG  TIMOTHY" userId="S::2201291@sit.singaporetech.edu.sg::67fae3e4-847a-4f7b-814d-9705d99839e2" providerId="AD" clId="Web-{14388EBC-5893-D8A4-F564-DA45FFC1D57A}" dt="2024-03-30T09:38:50.743" v="18" actId="1076"/>
          <ac:picMkLst>
            <pc:docMk/>
            <pc:sldMk cId="3813497245" sldId="343"/>
            <ac:picMk id="6" creationId="{3CB8773E-1C25-B2A1-41F5-CB0DCBB622A4}"/>
          </ac:picMkLst>
        </pc:picChg>
        <pc:picChg chg="mod">
          <ac:chgData name="NEAM HENG CHONG  TIMOTHY" userId="S::2201291@sit.singaporetech.edu.sg::67fae3e4-847a-4f7b-814d-9705d99839e2" providerId="AD" clId="Web-{14388EBC-5893-D8A4-F564-DA45FFC1D57A}" dt="2024-03-30T09:38:01.945" v="2" actId="1076"/>
          <ac:picMkLst>
            <pc:docMk/>
            <pc:sldMk cId="3813497245" sldId="343"/>
            <ac:picMk id="10" creationId="{14C566E8-DE3B-769E-B5E3-677F7ED14A70}"/>
          </ac:picMkLst>
        </pc:picChg>
        <pc:cxnChg chg="mod">
          <ac:chgData name="NEAM HENG CHONG  TIMOTHY" userId="S::2201291@sit.singaporetech.edu.sg::67fae3e4-847a-4f7b-814d-9705d99839e2" providerId="AD" clId="Web-{14388EBC-5893-D8A4-F564-DA45FFC1D57A}" dt="2024-03-30T09:39:05.228" v="21" actId="14100"/>
          <ac:cxnSpMkLst>
            <pc:docMk/>
            <pc:sldMk cId="3813497245" sldId="343"/>
            <ac:cxnSpMk id="7" creationId="{83D6FF81-FC7E-01B7-A430-E416941EBB2F}"/>
          </ac:cxnSpMkLst>
        </pc:cxnChg>
        <pc:cxnChg chg="mod">
          <ac:chgData name="NEAM HENG CHONG  TIMOTHY" userId="S::2201291@sit.singaporetech.edu.sg::67fae3e4-847a-4f7b-814d-9705d99839e2" providerId="AD" clId="Web-{14388EBC-5893-D8A4-F564-DA45FFC1D57A}" dt="2024-03-30T09:38:12.555" v="5" actId="1076"/>
          <ac:cxnSpMkLst>
            <pc:docMk/>
            <pc:sldMk cId="3813497245" sldId="343"/>
            <ac:cxnSpMk id="11" creationId="{FB00094B-F025-EB80-0B94-94F201D01914}"/>
          </ac:cxnSpMkLst>
        </pc:cxnChg>
      </pc:sldChg>
    </pc:docChg>
  </pc:docChgLst>
  <pc:docChgLst>
    <pc:chgData name="NEAM HENG CHONG  TIMOTHY" userId="S::2201291@sit.singaporetech.edu.sg::67fae3e4-847a-4f7b-814d-9705d99839e2" providerId="AD" clId="Web-{9B6112E9-3A46-131D-8B0D-50F081BA7B2E}"/>
    <pc:docChg chg="delSld modSld">
      <pc:chgData name="NEAM HENG CHONG  TIMOTHY" userId="S::2201291@sit.singaporetech.edu.sg::67fae3e4-847a-4f7b-814d-9705d99839e2" providerId="AD" clId="Web-{9B6112E9-3A46-131D-8B0D-50F081BA7B2E}" dt="2024-03-06T03:50:49.258" v="1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36C01B-2AE7-4D9A-8EA4-DF5B7B342039}" type="doc">
      <dgm:prSet loTypeId="urn:microsoft.com/office/officeart/2005/8/layout/process4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2BF8A04-07C5-4F42-96A9-A9F3CD5CDEC4}">
      <dgm:prSet/>
      <dgm:spPr/>
      <dgm:t>
        <a:bodyPr/>
        <a:lstStyle/>
        <a:p>
          <a:r>
            <a:rPr lang="en-US"/>
            <a:t>Low-income earners encounter barriers accessing stable employment and skill development in the air conditioning servicing industry, exacerbating economic disparities and perpetuating poverty cycles.</a:t>
          </a:r>
        </a:p>
      </dgm:t>
    </dgm:pt>
    <dgm:pt modelId="{1BE2FF7F-B211-4EC1-9C56-A4F4B6C8094F}" type="parTrans" cxnId="{63A0F4AD-906E-4C21-8147-B24316226C64}">
      <dgm:prSet/>
      <dgm:spPr/>
      <dgm:t>
        <a:bodyPr/>
        <a:lstStyle/>
        <a:p>
          <a:endParaRPr lang="en-US"/>
        </a:p>
      </dgm:t>
    </dgm:pt>
    <dgm:pt modelId="{0CB77791-EAE2-43D2-88F7-D37D25BE361F}" type="sibTrans" cxnId="{63A0F4AD-906E-4C21-8147-B24316226C64}">
      <dgm:prSet/>
      <dgm:spPr/>
      <dgm:t>
        <a:bodyPr/>
        <a:lstStyle/>
        <a:p>
          <a:endParaRPr lang="en-US"/>
        </a:p>
      </dgm:t>
    </dgm:pt>
    <dgm:pt modelId="{DB4D0DD9-6C43-4872-8E5A-B7259DE4BCCE}">
      <dgm:prSet/>
      <dgm:spPr/>
      <dgm:t>
        <a:bodyPr/>
        <a:lstStyle/>
        <a:p>
          <a:r>
            <a:rPr lang="en-US"/>
            <a:t>Despite demand, individuals from economically disadvantaged backgrounds lack necessary resources and opportunities, hindering their entry and success in the field, necessitating initiatives for economic empowerment and social inclusion.</a:t>
          </a:r>
        </a:p>
      </dgm:t>
    </dgm:pt>
    <dgm:pt modelId="{1FA159A7-DB97-4B07-9827-90527E427BBB}" type="parTrans" cxnId="{4A85A9B0-B517-4DCD-8482-389F961F290B}">
      <dgm:prSet/>
      <dgm:spPr/>
      <dgm:t>
        <a:bodyPr/>
        <a:lstStyle/>
        <a:p>
          <a:endParaRPr lang="en-US"/>
        </a:p>
      </dgm:t>
    </dgm:pt>
    <dgm:pt modelId="{10370BB5-22C3-420A-A77A-A211310DA26D}" type="sibTrans" cxnId="{4A85A9B0-B517-4DCD-8482-389F961F290B}">
      <dgm:prSet/>
      <dgm:spPr/>
      <dgm:t>
        <a:bodyPr/>
        <a:lstStyle/>
        <a:p>
          <a:endParaRPr lang="en-US"/>
        </a:p>
      </dgm:t>
    </dgm:pt>
    <dgm:pt modelId="{76AA2FFA-5036-40AB-927D-DF7E5BB78EE6}" type="pres">
      <dgm:prSet presAssocID="{4236C01B-2AE7-4D9A-8EA4-DF5B7B342039}" presName="Name0" presStyleCnt="0">
        <dgm:presLayoutVars>
          <dgm:dir/>
          <dgm:animLvl val="lvl"/>
          <dgm:resizeHandles val="exact"/>
        </dgm:presLayoutVars>
      </dgm:prSet>
      <dgm:spPr/>
    </dgm:pt>
    <dgm:pt modelId="{065FB2D8-512E-4423-93BD-172636B81590}" type="pres">
      <dgm:prSet presAssocID="{DB4D0DD9-6C43-4872-8E5A-B7259DE4BCCE}" presName="boxAndChildren" presStyleCnt="0"/>
      <dgm:spPr/>
    </dgm:pt>
    <dgm:pt modelId="{66F563D8-9BA9-4360-AFEE-79BDB8434194}" type="pres">
      <dgm:prSet presAssocID="{DB4D0DD9-6C43-4872-8E5A-B7259DE4BCCE}" presName="parentTextBox" presStyleLbl="node1" presStyleIdx="0" presStyleCnt="2"/>
      <dgm:spPr/>
    </dgm:pt>
    <dgm:pt modelId="{768C988F-FD84-4051-A5E9-BFAA98C9A2EA}" type="pres">
      <dgm:prSet presAssocID="{0CB77791-EAE2-43D2-88F7-D37D25BE361F}" presName="sp" presStyleCnt="0"/>
      <dgm:spPr/>
    </dgm:pt>
    <dgm:pt modelId="{BCAF3E5C-930E-450C-A188-221DACF00B8F}" type="pres">
      <dgm:prSet presAssocID="{92BF8A04-07C5-4F42-96A9-A9F3CD5CDEC4}" presName="arrowAndChildren" presStyleCnt="0"/>
      <dgm:spPr/>
    </dgm:pt>
    <dgm:pt modelId="{C2019C09-5AD0-486A-ABC0-E960EDDEF265}" type="pres">
      <dgm:prSet presAssocID="{92BF8A04-07C5-4F42-96A9-A9F3CD5CDEC4}" presName="parentTextArrow" presStyleLbl="node1" presStyleIdx="1" presStyleCnt="2"/>
      <dgm:spPr/>
    </dgm:pt>
  </dgm:ptLst>
  <dgm:cxnLst>
    <dgm:cxn modelId="{6AD5BC19-2ADB-4650-B851-8217E2E8E0B5}" type="presOf" srcId="{4236C01B-2AE7-4D9A-8EA4-DF5B7B342039}" destId="{76AA2FFA-5036-40AB-927D-DF7E5BB78EE6}" srcOrd="0" destOrd="0" presId="urn:microsoft.com/office/officeart/2005/8/layout/process4"/>
    <dgm:cxn modelId="{63A0F4AD-906E-4C21-8147-B24316226C64}" srcId="{4236C01B-2AE7-4D9A-8EA4-DF5B7B342039}" destId="{92BF8A04-07C5-4F42-96A9-A9F3CD5CDEC4}" srcOrd="0" destOrd="0" parTransId="{1BE2FF7F-B211-4EC1-9C56-A4F4B6C8094F}" sibTransId="{0CB77791-EAE2-43D2-88F7-D37D25BE361F}"/>
    <dgm:cxn modelId="{4A85A9B0-B517-4DCD-8482-389F961F290B}" srcId="{4236C01B-2AE7-4D9A-8EA4-DF5B7B342039}" destId="{DB4D0DD9-6C43-4872-8E5A-B7259DE4BCCE}" srcOrd="1" destOrd="0" parTransId="{1FA159A7-DB97-4B07-9827-90527E427BBB}" sibTransId="{10370BB5-22C3-420A-A77A-A211310DA26D}"/>
    <dgm:cxn modelId="{E375E8CA-C16C-482B-BF8D-A076DEE2F07B}" type="presOf" srcId="{DB4D0DD9-6C43-4872-8E5A-B7259DE4BCCE}" destId="{66F563D8-9BA9-4360-AFEE-79BDB8434194}" srcOrd="0" destOrd="0" presId="urn:microsoft.com/office/officeart/2005/8/layout/process4"/>
    <dgm:cxn modelId="{98E5F0F2-C901-4AB2-90FC-4B78D923FF13}" type="presOf" srcId="{92BF8A04-07C5-4F42-96A9-A9F3CD5CDEC4}" destId="{C2019C09-5AD0-486A-ABC0-E960EDDEF265}" srcOrd="0" destOrd="0" presId="urn:microsoft.com/office/officeart/2005/8/layout/process4"/>
    <dgm:cxn modelId="{2D0E7DC5-B510-4AF5-BA83-FC8C927DDD3A}" type="presParOf" srcId="{76AA2FFA-5036-40AB-927D-DF7E5BB78EE6}" destId="{065FB2D8-512E-4423-93BD-172636B81590}" srcOrd="0" destOrd="0" presId="urn:microsoft.com/office/officeart/2005/8/layout/process4"/>
    <dgm:cxn modelId="{74AFF6D1-C01A-49AD-A7F1-7269EDCC6185}" type="presParOf" srcId="{065FB2D8-512E-4423-93BD-172636B81590}" destId="{66F563D8-9BA9-4360-AFEE-79BDB8434194}" srcOrd="0" destOrd="0" presId="urn:microsoft.com/office/officeart/2005/8/layout/process4"/>
    <dgm:cxn modelId="{B68785E8-73A4-4711-8B4E-11D844CAE6EE}" type="presParOf" srcId="{76AA2FFA-5036-40AB-927D-DF7E5BB78EE6}" destId="{768C988F-FD84-4051-A5E9-BFAA98C9A2EA}" srcOrd="1" destOrd="0" presId="urn:microsoft.com/office/officeart/2005/8/layout/process4"/>
    <dgm:cxn modelId="{EBB9448F-706D-4433-87C3-C0A6808E6127}" type="presParOf" srcId="{76AA2FFA-5036-40AB-927D-DF7E5BB78EE6}" destId="{BCAF3E5C-930E-450C-A188-221DACF00B8F}" srcOrd="2" destOrd="0" presId="urn:microsoft.com/office/officeart/2005/8/layout/process4"/>
    <dgm:cxn modelId="{D5BDD339-EC37-4293-BAE4-173A81FD30E2}" type="presParOf" srcId="{BCAF3E5C-930E-450C-A188-221DACF00B8F}" destId="{C2019C09-5AD0-486A-ABC0-E960EDDEF26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F563D8-9BA9-4360-AFEE-79BDB8434194}">
      <dsp:nvSpPr>
        <dsp:cNvPr id="0" name=""/>
        <dsp:cNvSpPr/>
      </dsp:nvSpPr>
      <dsp:spPr>
        <a:xfrm>
          <a:off x="0" y="2348148"/>
          <a:ext cx="9779182" cy="154063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Despite demand, individuals from economically disadvantaged backgrounds lack necessary resources and opportunities, hindering their entry and success in the field, necessitating initiatives for economic empowerment and social inclusion.</a:t>
          </a:r>
        </a:p>
      </dsp:txBody>
      <dsp:txXfrm>
        <a:off x="0" y="2348148"/>
        <a:ext cx="9779182" cy="1540639"/>
      </dsp:txXfrm>
    </dsp:sp>
    <dsp:sp modelId="{C2019C09-5AD0-486A-ABC0-E960EDDEF265}">
      <dsp:nvSpPr>
        <dsp:cNvPr id="0" name=""/>
        <dsp:cNvSpPr/>
      </dsp:nvSpPr>
      <dsp:spPr>
        <a:xfrm rot="10800000">
          <a:off x="0" y="1754"/>
          <a:ext cx="9779182" cy="2369504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Low-income earners encounter barriers accessing stable employment and skill development in the air conditioning servicing industry, exacerbating economic disparities and perpetuating poverty cycles.</a:t>
          </a:r>
        </a:p>
      </dsp:txBody>
      <dsp:txXfrm rot="10800000">
        <a:off x="0" y="1754"/>
        <a:ext cx="9779182" cy="15396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27705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575404"/>
            <a:ext cx="9857014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67492" y="2653167"/>
            <a:ext cx="9779183" cy="343648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D71EB95-DE30-3F1F-F9EC-DA4858055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24826" y="1071418"/>
            <a:ext cx="7342348" cy="3423380"/>
          </a:xfrm>
        </p:spPr>
        <p:txBody>
          <a:bodyPr anchor="b" anchorCtr="0">
            <a:no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2837" y="1071418"/>
            <a:ext cx="1364297" cy="1740788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19153" y="3295278"/>
            <a:ext cx="1364297" cy="1690799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/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22389" y="4599720"/>
            <a:ext cx="3511550" cy="853643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F76E36-451C-4A7D-4E26-8AB78D34D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857012" y="-1664"/>
            <a:ext cx="2334989" cy="6859664"/>
            <a:chOff x="9857012" y="-1664"/>
            <a:chExt cx="2334989" cy="6859664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AB3BC7E-B34F-EF47-B125-1574C5484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V="1">
              <a:off x="9499940" y="355410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CBC82D0-4F72-C649-8B7F-D4B087957B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10866436" y="1879977"/>
              <a:ext cx="1325563" cy="1325563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383F23A-D872-2A4C-B386-A9D269BE6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024507" y="-1664"/>
              <a:ext cx="1167494" cy="1881641"/>
            </a:xfrm>
            <a:custGeom>
              <a:avLst/>
              <a:gdLst>
                <a:gd name="connsiteX0" fmla="*/ 1167473 w 1167494"/>
                <a:gd name="connsiteY0" fmla="*/ 0 h 1881641"/>
                <a:gd name="connsiteX1" fmla="*/ 1167493 w 1167494"/>
                <a:gd name="connsiteY1" fmla="*/ 0 h 1881641"/>
                <a:gd name="connsiteX2" fmla="*/ 1167493 w 1167494"/>
                <a:gd name="connsiteY2" fmla="*/ 714148 h 1881641"/>
                <a:gd name="connsiteX3" fmla="*/ 1166666 w 1167494"/>
                <a:gd name="connsiteY3" fmla="*/ 730534 h 1881641"/>
                <a:gd name="connsiteX4" fmla="*/ 1167494 w 1167494"/>
                <a:gd name="connsiteY4" fmla="*/ 730534 h 1881641"/>
                <a:gd name="connsiteX5" fmla="*/ 1167494 w 1167494"/>
                <a:gd name="connsiteY5" fmla="*/ 1378059 h 1881641"/>
                <a:gd name="connsiteX6" fmla="*/ 1167493 w 1167494"/>
                <a:gd name="connsiteY6" fmla="*/ 1378059 h 1881641"/>
                <a:gd name="connsiteX7" fmla="*/ 1167493 w 1167494"/>
                <a:gd name="connsiteY7" fmla="*/ 1881641 h 1881641"/>
                <a:gd name="connsiteX8" fmla="*/ 0 w 1167494"/>
                <a:gd name="connsiteY8" fmla="*/ 1881641 h 1881641"/>
                <a:gd name="connsiteX9" fmla="*/ 0 w 1167494"/>
                <a:gd name="connsiteY9" fmla="*/ 1234116 h 1881641"/>
                <a:gd name="connsiteX10" fmla="*/ 0 w 1167494"/>
                <a:gd name="connsiteY10" fmla="*/ 1167492 h 1881641"/>
                <a:gd name="connsiteX11" fmla="*/ 1048124 w 1167494"/>
                <a:gd name="connsiteY11" fmla="*/ 6027 h 188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67494" h="1881641">
                  <a:moveTo>
                    <a:pt x="1167473" y="0"/>
                  </a:moveTo>
                  <a:lnTo>
                    <a:pt x="1167493" y="0"/>
                  </a:lnTo>
                  <a:lnTo>
                    <a:pt x="1167493" y="714148"/>
                  </a:lnTo>
                  <a:lnTo>
                    <a:pt x="1166666" y="730534"/>
                  </a:lnTo>
                  <a:lnTo>
                    <a:pt x="1167494" y="730534"/>
                  </a:lnTo>
                  <a:lnTo>
                    <a:pt x="1167494" y="1378059"/>
                  </a:lnTo>
                  <a:lnTo>
                    <a:pt x="1167493" y="1378059"/>
                  </a:lnTo>
                  <a:lnTo>
                    <a:pt x="1167493" y="1881641"/>
                  </a:lnTo>
                  <a:lnTo>
                    <a:pt x="0" y="1881641"/>
                  </a:lnTo>
                  <a:lnTo>
                    <a:pt x="0" y="1234116"/>
                  </a:lnTo>
                  <a:lnTo>
                    <a:pt x="0" y="1167492"/>
                  </a:lnTo>
                  <a:cubicBezTo>
                    <a:pt x="0" y="563002"/>
                    <a:pt x="459408" y="65814"/>
                    <a:pt x="1048124" y="6027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221FFDB-AAE2-5943-97A1-82D66AE0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334091" y="2737752"/>
              <a:ext cx="1380830" cy="138083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E58EEF7-63CA-A845-BAC4-9D3BE0591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0667432" y="5333432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57A4624-D8ED-2E4B-AF8C-00DFA6A72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V="1">
              <a:off x="9857012" y="3651505"/>
              <a:ext cx="1325563" cy="1325563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F312EF8-91BE-5946-BE31-8CFE107A2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flipV="1">
              <a:off x="9857013" y="4976359"/>
              <a:ext cx="1167494" cy="1881641"/>
            </a:xfrm>
            <a:custGeom>
              <a:avLst/>
              <a:gdLst>
                <a:gd name="connsiteX0" fmla="*/ 1167473 w 1167494"/>
                <a:gd name="connsiteY0" fmla="*/ 0 h 1881641"/>
                <a:gd name="connsiteX1" fmla="*/ 1167493 w 1167494"/>
                <a:gd name="connsiteY1" fmla="*/ 0 h 1881641"/>
                <a:gd name="connsiteX2" fmla="*/ 1167493 w 1167494"/>
                <a:gd name="connsiteY2" fmla="*/ 714148 h 1881641"/>
                <a:gd name="connsiteX3" fmla="*/ 1166666 w 1167494"/>
                <a:gd name="connsiteY3" fmla="*/ 730534 h 1881641"/>
                <a:gd name="connsiteX4" fmla="*/ 1167494 w 1167494"/>
                <a:gd name="connsiteY4" fmla="*/ 730534 h 1881641"/>
                <a:gd name="connsiteX5" fmla="*/ 1167494 w 1167494"/>
                <a:gd name="connsiteY5" fmla="*/ 1378059 h 1881641"/>
                <a:gd name="connsiteX6" fmla="*/ 1167493 w 1167494"/>
                <a:gd name="connsiteY6" fmla="*/ 1378059 h 1881641"/>
                <a:gd name="connsiteX7" fmla="*/ 1167493 w 1167494"/>
                <a:gd name="connsiteY7" fmla="*/ 1881641 h 1881641"/>
                <a:gd name="connsiteX8" fmla="*/ 0 w 1167494"/>
                <a:gd name="connsiteY8" fmla="*/ 1881641 h 1881641"/>
                <a:gd name="connsiteX9" fmla="*/ 0 w 1167494"/>
                <a:gd name="connsiteY9" fmla="*/ 1234116 h 1881641"/>
                <a:gd name="connsiteX10" fmla="*/ 0 w 1167494"/>
                <a:gd name="connsiteY10" fmla="*/ 1167492 h 1881641"/>
                <a:gd name="connsiteX11" fmla="*/ 1048124 w 1167494"/>
                <a:gd name="connsiteY11" fmla="*/ 6027 h 188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67494" h="1881641">
                  <a:moveTo>
                    <a:pt x="1167473" y="0"/>
                  </a:moveTo>
                  <a:lnTo>
                    <a:pt x="1167493" y="0"/>
                  </a:lnTo>
                  <a:lnTo>
                    <a:pt x="1167493" y="714148"/>
                  </a:lnTo>
                  <a:lnTo>
                    <a:pt x="1166666" y="730534"/>
                  </a:lnTo>
                  <a:lnTo>
                    <a:pt x="1167494" y="730534"/>
                  </a:lnTo>
                  <a:lnTo>
                    <a:pt x="1167494" y="1378059"/>
                  </a:lnTo>
                  <a:lnTo>
                    <a:pt x="1167493" y="1378059"/>
                  </a:lnTo>
                  <a:lnTo>
                    <a:pt x="1167493" y="1881641"/>
                  </a:lnTo>
                  <a:lnTo>
                    <a:pt x="0" y="1881641"/>
                  </a:lnTo>
                  <a:lnTo>
                    <a:pt x="0" y="1234116"/>
                  </a:lnTo>
                  <a:lnTo>
                    <a:pt x="0" y="1167492"/>
                  </a:lnTo>
                  <a:cubicBezTo>
                    <a:pt x="0" y="563002"/>
                    <a:pt x="459408" y="65814"/>
                    <a:pt x="1048124" y="6027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430" y="136526"/>
            <a:ext cx="8401624" cy="1570038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429" y="2227758"/>
            <a:ext cx="1200374" cy="1201242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227758"/>
            <a:ext cx="2281237" cy="54630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5"/>
            <a:ext cx="2281237" cy="621189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95813" y="2227758"/>
            <a:ext cx="1200374" cy="1201242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223923"/>
            <a:ext cx="2281237" cy="54630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0"/>
            <a:ext cx="2281237" cy="621189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0429" y="4254273"/>
            <a:ext cx="1200374" cy="1201242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300151"/>
            <a:ext cx="2281237" cy="54630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8"/>
            <a:ext cx="2281237" cy="57147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495813" y="4254273"/>
            <a:ext cx="1200374" cy="1201242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300151"/>
            <a:ext cx="2281237" cy="54630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8"/>
            <a:ext cx="2281237" cy="57147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430" y="71021"/>
            <a:ext cx="10678142" cy="1635542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429" y="2068734"/>
            <a:ext cx="904987" cy="905641"/>
          </a:xfrm>
        </p:spPr>
        <p:txBody>
          <a:bodyPr lIns="0" rIns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549397" y="2068734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348367" y="2068734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147335" y="2068734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750429" y="4118551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549397" y="4118551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348367" y="4118551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9147335" y="4118551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martAr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3"/>
            <a:ext cx="9779182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8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0"/>
            <a:ext cx="9779183" cy="1706563"/>
          </a:xfrm>
        </p:spPr>
        <p:txBody>
          <a:bodyPr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1785669"/>
            <a:ext cx="9779182" cy="4278702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EBCFC05-28F2-ED12-5DAE-0D1A11FE8A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66813" y="2023984"/>
            <a:ext cx="4664075" cy="469051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800" b="0"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528203"/>
            <a:ext cx="4663440" cy="282861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487DE67-2E54-8713-8739-3604335870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3235" y="2023984"/>
            <a:ext cx="4664075" cy="469051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800" b="0"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528203"/>
            <a:ext cx="4663440" cy="282861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 rot="5400000" flipH="1">
              <a:off x="11258144" y="5924144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794B347-3274-3D51-85DF-4203550047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6813" y="2020329"/>
            <a:ext cx="3219450" cy="46893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8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1" y="2526318"/>
            <a:ext cx="3218688" cy="282861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DAAFFF32-276A-0586-D4FD-02CA694F31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3787" y="2020329"/>
            <a:ext cx="3173279" cy="46893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8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683787" y="2526318"/>
            <a:ext cx="3173279" cy="282861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FDD55F25-7BEF-26A6-157A-97540EC739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00082" y="2018581"/>
            <a:ext cx="3173279" cy="46893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8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00082" y="2526318"/>
            <a:ext cx="3173279" cy="282861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57414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7" r:id="rId10"/>
    <p:sldLayoutId id="2147483663" r:id="rId11"/>
    <p:sldLayoutId id="2147483664" r:id="rId12"/>
    <p:sldLayoutId id="2147483665" r:id="rId13"/>
    <p:sldLayoutId id="2147483666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277050"/>
          </a:xfrm>
        </p:spPr>
        <p:txBody>
          <a:bodyPr/>
          <a:lstStyle/>
          <a:p>
            <a:r>
              <a:rPr lang="en-US"/>
              <a:t>Customer Day 8 Roadshow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575404"/>
            <a:ext cx="9857014" cy="621603"/>
          </a:xfrm>
        </p:spPr>
        <p:txBody>
          <a:bodyPr/>
          <a:lstStyle/>
          <a:p>
            <a:r>
              <a:rPr lang="en-US"/>
              <a:t>Team 24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E220B6F-9B14-4BB3-9372-51092B50E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404747"/>
              </p:ext>
            </p:extLst>
          </p:nvPr>
        </p:nvGraphicFramePr>
        <p:xfrm>
          <a:off x="1245325" y="1763126"/>
          <a:ext cx="9158826" cy="41965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441729">
                  <a:extLst>
                    <a:ext uri="{9D8B030D-6E8A-4147-A177-3AD203B41FA5}">
                      <a16:colId xmlns:a16="http://schemas.microsoft.com/office/drawing/2014/main" val="1002060625"/>
                    </a:ext>
                  </a:extLst>
                </a:gridCol>
                <a:gridCol w="1717097">
                  <a:extLst>
                    <a:ext uri="{9D8B030D-6E8A-4147-A177-3AD203B41FA5}">
                      <a16:colId xmlns:a16="http://schemas.microsoft.com/office/drawing/2014/main" val="396453202"/>
                    </a:ext>
                  </a:extLst>
                </a:gridCol>
              </a:tblGrid>
              <a:tr h="4196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Meeting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943923"/>
                  </a:ext>
                </a:extLst>
              </a:tr>
              <a:tr h="4196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/>
                        <a:t>5 Mins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281087"/>
                  </a:ext>
                </a:extLst>
              </a:tr>
              <a:tr h="419658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SG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enorite"/>
                        </a:rPr>
                        <a:t>5 Mins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30932"/>
                  </a:ext>
                </a:extLst>
              </a:tr>
              <a:tr h="419658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SG"/>
                        <a:t>Purpose of developing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enorite"/>
                        </a:rPr>
                        <a:t>5 Mins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736630"/>
                  </a:ext>
                </a:extLst>
              </a:tr>
              <a:tr h="419658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/>
                        <a:t>Requirement Gathering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enorite"/>
                        </a:rPr>
                        <a:t>5 Mins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815163"/>
                  </a:ext>
                </a:extLst>
              </a:tr>
              <a:tr h="4196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Our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enorite"/>
                        </a:rPr>
                        <a:t>5 Mins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987607"/>
                  </a:ext>
                </a:extLst>
              </a:tr>
              <a:tr h="419658">
                <a:tc>
                  <a:txBody>
                    <a:bodyPr/>
                    <a:lstStyle/>
                    <a:p>
                      <a:r>
                        <a:rPr lang="en-US"/>
                        <a:t>Achievements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enorite"/>
                        </a:rPr>
                        <a:t>5 Mins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214143"/>
                  </a:ext>
                </a:extLst>
              </a:tr>
              <a:tr h="4196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Q&amp;A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10 Mins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728435"/>
                  </a:ext>
                </a:extLst>
              </a:tr>
              <a:tr h="419658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39628"/>
                  </a:ext>
                </a:extLst>
              </a:tr>
              <a:tr h="4196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224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D75C-12D0-19EE-AB68-69D935FC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BB19-A842-3065-DFE3-D7100864F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57414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915819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0"/>
            <a:ext cx="9779183" cy="1706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BCA2D3-6ABB-29BE-69BE-616F9BDD37E7}"/>
              </a:ext>
            </a:extLst>
          </p:cNvPr>
          <p:cNvSpPr txBox="1"/>
          <p:nvPr/>
        </p:nvSpPr>
        <p:spPr>
          <a:xfrm>
            <a:off x="1167493" y="1785669"/>
            <a:ext cx="9779182" cy="427870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Our project aims to empower and support low-income earners to become skilled technicians in the air conditioning servicing industry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28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F8E3D0A-91FD-8DCC-3BE5-22ABCC040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AD989519-D714-3F84-A780-E5BFD22C5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39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20D3821D-F9E9-EDF4-899C-8B8A1A596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latin typeface="+mn-l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DAC43F8-EC4C-D37C-7702-A5F08A361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31" name="TextBox 28">
            <a:extLst>
              <a:ext uri="{FF2B5EF4-FFF2-40B4-BE49-F238E27FC236}">
                <a16:creationId xmlns:a16="http://schemas.microsoft.com/office/drawing/2014/main" id="{36C00B04-56A9-9C6A-B54D-260F00E77A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1843972"/>
              </p:ext>
            </p:extLst>
          </p:nvPr>
        </p:nvGraphicFramePr>
        <p:xfrm>
          <a:off x="1167493" y="2087563"/>
          <a:ext cx="9779182" cy="3890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498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0"/>
            <a:ext cx="9779183" cy="1706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Purpose of our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2951C-1F7E-074C-D2C6-4E505F9A863D}"/>
              </a:ext>
            </a:extLst>
          </p:cNvPr>
          <p:cNvSpPr txBox="1"/>
          <p:nvPr/>
        </p:nvSpPr>
        <p:spPr>
          <a:xfrm>
            <a:off x="1167493" y="1785669"/>
            <a:ext cx="9779182" cy="427870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>
                <a:solidFill>
                  <a:schemeClr val="bg1"/>
                </a:solidFill>
              </a:rPr>
              <a:t>We provide a platform for individuals to access job servicing opportunities within their locale, develop their skills, and improve their economic prospects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E72AF1C-70C7-696C-8CCF-F77E738E69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5704DAFB-1B63-00F3-77FB-1778922E1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2A7A1-3B03-C53D-9FB2-5F663D5DC24B}"/>
              </a:ext>
            </a:extLst>
          </p:cNvPr>
          <p:cNvSpPr txBox="1"/>
          <p:nvPr/>
        </p:nvSpPr>
        <p:spPr>
          <a:xfrm>
            <a:off x="1390134" y="2769973"/>
            <a:ext cx="7887729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endParaRPr lang="en-US" sz="150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218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D75C-12D0-19EE-AB68-69D935FC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BB19-A842-3065-DFE3-D7100864F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57414"/>
          </a:xfrm>
        </p:spPr>
        <p:txBody>
          <a:bodyPr/>
          <a:lstStyle/>
          <a:p>
            <a:r>
              <a:rPr lang="en-US"/>
              <a:t>Requirement Gathering</a:t>
            </a:r>
          </a:p>
        </p:txBody>
      </p:sp>
    </p:spTree>
    <p:extLst>
      <p:ext uri="{BB962C8B-B14F-4D97-AF65-F5344CB8AC3E}">
        <p14:creationId xmlns:p14="http://schemas.microsoft.com/office/powerpoint/2010/main" val="2350822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0"/>
            <a:ext cx="9779183" cy="13890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Requirement Gathering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E666EA-4AE3-32DA-14B2-13FFBE40EB11}"/>
              </a:ext>
            </a:extLst>
          </p:cNvPr>
          <p:cNvSpPr txBox="1"/>
          <p:nvPr/>
        </p:nvSpPr>
        <p:spPr>
          <a:xfrm>
            <a:off x="1167493" y="1785669"/>
            <a:ext cx="9779182" cy="427870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 fontScale="55000" lnSpcReduction="20000"/>
          </a:bodyPr>
          <a:lstStyle/>
          <a:p>
            <a:pPr marL="514350" indent="-514350">
              <a:lnSpc>
                <a:spcPct val="90000"/>
              </a:lnSpc>
              <a:spcBef>
                <a:spcPts val="1000"/>
              </a:spcBef>
              <a:buAutoNum type="arabicParenR"/>
            </a:pPr>
            <a:r>
              <a:rPr lang="en-US" sz="2800">
                <a:solidFill>
                  <a:schemeClr val="bg1"/>
                </a:solidFill>
              </a:rPr>
              <a:t>Coordinators</a:t>
            </a:r>
          </a:p>
          <a:p>
            <a:pPr marL="971550" lvl="1" indent="-5143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sz="2800">
                <a:solidFill>
                  <a:schemeClr val="bg1"/>
                </a:solidFill>
              </a:rPr>
              <a:t>Register Technicians</a:t>
            </a:r>
          </a:p>
          <a:p>
            <a:pPr marL="971550" lvl="1" indent="-5143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sz="2800">
                <a:solidFill>
                  <a:schemeClr val="bg1"/>
                </a:solidFill>
              </a:rPr>
              <a:t>Ad-Hoc rescheduling of appointments</a:t>
            </a:r>
          </a:p>
          <a:p>
            <a:pPr marL="971550" lvl="1" indent="-5143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sz="2800">
                <a:solidFill>
                  <a:schemeClr val="bg1"/>
                </a:solidFill>
              </a:rPr>
              <a:t>Maintain relationships of customers &amp; technicians</a:t>
            </a: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AutoNum type="arabicParenR"/>
            </a:pPr>
            <a:r>
              <a:rPr lang="en-US" sz="2800">
                <a:solidFill>
                  <a:schemeClr val="bg1"/>
                </a:solidFill>
              </a:rPr>
              <a:t>Technicians</a:t>
            </a:r>
          </a:p>
          <a:p>
            <a:pPr marL="971550" lvl="1" indent="-5143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sz="2800">
                <a:solidFill>
                  <a:schemeClr val="bg1"/>
                </a:solidFill>
              </a:rPr>
              <a:t>Look for more job opportunities</a:t>
            </a:r>
          </a:p>
          <a:p>
            <a:pPr marL="971550" lvl="1" indent="-5143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sz="2800">
                <a:solidFill>
                  <a:schemeClr val="bg1"/>
                </a:solidFill>
              </a:rPr>
              <a:t>Retrieve &amp; accept Appointments</a:t>
            </a:r>
          </a:p>
          <a:p>
            <a:pPr marL="971550" lvl="1" indent="-5143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sz="2800">
                <a:solidFill>
                  <a:schemeClr val="bg1"/>
                </a:solidFill>
              </a:rPr>
              <a:t>Receive notifications before appointment</a:t>
            </a: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AutoNum type="arabicParenR"/>
            </a:pPr>
            <a:r>
              <a:rPr lang="en-US" sz="2800">
                <a:solidFill>
                  <a:schemeClr val="bg1"/>
                </a:solidFill>
              </a:rPr>
              <a:t>Customers</a:t>
            </a:r>
          </a:p>
          <a:p>
            <a:pPr marL="971550" lvl="1" indent="-5143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sz="2800">
                <a:solidFill>
                  <a:schemeClr val="bg1"/>
                </a:solidFill>
              </a:rPr>
              <a:t>Add Air Conditioners to their profile</a:t>
            </a:r>
          </a:p>
          <a:p>
            <a:pPr marL="971550" lvl="1" indent="-5143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sz="2800">
                <a:solidFill>
                  <a:schemeClr val="bg1"/>
                </a:solidFill>
              </a:rPr>
              <a:t>Schedule Appointments</a:t>
            </a:r>
          </a:p>
          <a:p>
            <a:pPr marL="971550" lvl="1" indent="-5143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sz="2800">
                <a:solidFill>
                  <a:schemeClr val="bg1"/>
                </a:solidFill>
              </a:rPr>
              <a:t>Edit Appointments</a:t>
            </a:r>
          </a:p>
          <a:p>
            <a:pPr marL="971550" lvl="1" indent="-514350">
              <a:lnSpc>
                <a:spcPct val="90000"/>
              </a:lnSpc>
              <a:spcBef>
                <a:spcPts val="1000"/>
              </a:spcBef>
              <a:buFont typeface="Courier New"/>
              <a:buChar char="o"/>
            </a:pPr>
            <a:r>
              <a:rPr lang="en-US" sz="2800">
                <a:solidFill>
                  <a:schemeClr val="bg1"/>
                </a:solidFill>
              </a:rPr>
              <a:t>Cancel Appointments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>
                <a:solidFill>
                  <a:schemeClr val="bg1"/>
                </a:solidFill>
              </a:rPr>
              <a:t>​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D3EF026-DED6-DA64-4C5B-5B9A74DCA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70AAC45-1C32-5E33-B8DC-04E0EE732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61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D75C-12D0-19EE-AB68-69D935FC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BB19-A842-3065-DFE3-D7100864F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57414"/>
          </a:xfrm>
        </p:spPr>
        <p:txBody>
          <a:bodyPr/>
          <a:lstStyle/>
          <a:p>
            <a:r>
              <a:rPr lang="en-US"/>
              <a:t>Our solution</a:t>
            </a:r>
          </a:p>
        </p:txBody>
      </p:sp>
    </p:spTree>
    <p:extLst>
      <p:ext uri="{BB962C8B-B14F-4D97-AF65-F5344CB8AC3E}">
        <p14:creationId xmlns:p14="http://schemas.microsoft.com/office/powerpoint/2010/main" val="3350727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D75C-12D0-19EE-AB68-69D935FC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BB19-A842-3065-DFE3-D7100864F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079" y="697584"/>
            <a:ext cx="6220278" cy="1058994"/>
          </a:xfrm>
        </p:spPr>
        <p:txBody>
          <a:bodyPr/>
          <a:lstStyle/>
          <a:p>
            <a:r>
              <a:rPr lang="en-US" sz="3200"/>
              <a:t>All in 1 integrated aircon scheduling algorithm</a:t>
            </a:r>
          </a:p>
        </p:txBody>
      </p:sp>
      <p:pic>
        <p:nvPicPr>
          <p:cNvPr id="1032" name="Picture 8" descr="Fixing Technician Stock Illustrations ...">
            <a:extLst>
              <a:ext uri="{FF2B5EF4-FFF2-40B4-BE49-F238E27FC236}">
                <a16:creationId xmlns:a16="http://schemas.microsoft.com/office/drawing/2014/main" id="{95B59D8F-113F-4BE3-8058-4395466A8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804" y="4312297"/>
            <a:ext cx="239077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puter cartoon Images ...">
            <a:extLst>
              <a:ext uri="{FF2B5EF4-FFF2-40B4-BE49-F238E27FC236}">
                <a16:creationId xmlns:a16="http://schemas.microsoft.com/office/drawing/2014/main" id="{D33681CA-325E-4A30-AAFB-CD79CD666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088" y="1825214"/>
            <a:ext cx="2390775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urf The Internet.svg - Wikimedia Commons">
            <a:extLst>
              <a:ext uri="{FF2B5EF4-FFF2-40B4-BE49-F238E27FC236}">
                <a16:creationId xmlns:a16="http://schemas.microsoft.com/office/drawing/2014/main" id="{B8127404-0803-4FBD-B38A-7FC5C6C5A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18" y="4410991"/>
            <a:ext cx="186690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677AC9F-7D69-4061-8C03-4521082388B3}"/>
              </a:ext>
            </a:extLst>
          </p:cNvPr>
          <p:cNvCxnSpPr/>
          <p:nvPr/>
        </p:nvCxnSpPr>
        <p:spPr>
          <a:xfrm flipV="1">
            <a:off x="1316713" y="2877281"/>
            <a:ext cx="1684959" cy="14233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F2419A7-63FE-4A46-BCC0-361675A3739C}"/>
              </a:ext>
            </a:extLst>
          </p:cNvPr>
          <p:cNvCxnSpPr>
            <a:cxnSpLocks/>
          </p:cNvCxnSpPr>
          <p:nvPr/>
        </p:nvCxnSpPr>
        <p:spPr>
          <a:xfrm flipH="1" flipV="1">
            <a:off x="5540805" y="2773758"/>
            <a:ext cx="1596374" cy="15134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781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228458C-A43F-D27F-E872-53AFBBCB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28FD97-42D6-42E5-8974-7D2246E2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Technology Stack</a:t>
            </a:r>
          </a:p>
        </p:txBody>
      </p:sp>
      <p:pic>
        <p:nvPicPr>
          <p:cNvPr id="2050" name="Picture 2" descr="Animated · React Native">
            <a:extLst>
              <a:ext uri="{FF2B5EF4-FFF2-40B4-BE49-F238E27FC236}">
                <a16:creationId xmlns:a16="http://schemas.microsoft.com/office/drawing/2014/main" id="{8A08B2C0-07EB-4D9B-949F-A35AC8A95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362" y="2372607"/>
            <a:ext cx="1063493" cy="922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me - Django REST framework">
            <a:extLst>
              <a:ext uri="{FF2B5EF4-FFF2-40B4-BE49-F238E27FC236}">
                <a16:creationId xmlns:a16="http://schemas.microsoft.com/office/drawing/2014/main" id="{3754C962-2E94-4BDC-B10B-66AE9C98C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381" y="4768025"/>
            <a:ext cx="2092157" cy="922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578012E-427F-47E3-9FEC-0D179F746B0E}"/>
              </a:ext>
            </a:extLst>
          </p:cNvPr>
          <p:cNvSpPr txBox="1">
            <a:spLocks/>
          </p:cNvSpPr>
          <p:nvPr/>
        </p:nvSpPr>
        <p:spPr>
          <a:xfrm>
            <a:off x="4496855" y="2531350"/>
            <a:ext cx="1810428" cy="6047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Frontend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78D9282-4760-4CA8-9514-B30FCF604545}"/>
              </a:ext>
            </a:extLst>
          </p:cNvPr>
          <p:cNvSpPr txBox="1">
            <a:spLocks/>
          </p:cNvSpPr>
          <p:nvPr/>
        </p:nvSpPr>
        <p:spPr>
          <a:xfrm>
            <a:off x="5067538" y="4907178"/>
            <a:ext cx="1810428" cy="6047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Backend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33E52C-B64E-45A3-A1CD-33FDA431A67E}"/>
              </a:ext>
            </a:extLst>
          </p:cNvPr>
          <p:cNvCxnSpPr/>
          <p:nvPr/>
        </p:nvCxnSpPr>
        <p:spPr>
          <a:xfrm>
            <a:off x="6500836" y="2833748"/>
            <a:ext cx="1545021" cy="785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C630BB-3260-4418-BE13-5E3F8DB0F0AB}"/>
              </a:ext>
            </a:extLst>
          </p:cNvPr>
          <p:cNvCxnSpPr>
            <a:cxnSpLocks/>
          </p:cNvCxnSpPr>
          <p:nvPr/>
        </p:nvCxnSpPr>
        <p:spPr>
          <a:xfrm flipV="1">
            <a:off x="6684767" y="4287294"/>
            <a:ext cx="1361090" cy="922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D09124E6-F7E5-435E-8502-B2F59B0215BA}"/>
              </a:ext>
            </a:extLst>
          </p:cNvPr>
          <p:cNvSpPr txBox="1">
            <a:spLocks/>
          </p:cNvSpPr>
          <p:nvPr/>
        </p:nvSpPr>
        <p:spPr>
          <a:xfrm>
            <a:off x="8343627" y="3895168"/>
            <a:ext cx="1810428" cy="6047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Web Portal</a:t>
            </a:r>
          </a:p>
        </p:txBody>
      </p:sp>
      <p:pic>
        <p:nvPicPr>
          <p:cNvPr id="2058" name="Picture 10" descr="Secure Password Mobile Application ...">
            <a:extLst>
              <a:ext uri="{FF2B5EF4-FFF2-40B4-BE49-F238E27FC236}">
                <a16:creationId xmlns:a16="http://schemas.microsoft.com/office/drawing/2014/main" id="{236D5D9B-A16A-49F1-A494-DCBC47B90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086" y="3357063"/>
            <a:ext cx="1883936" cy="132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OneMap · GitHub">
            <a:extLst>
              <a:ext uri="{FF2B5EF4-FFF2-40B4-BE49-F238E27FC236}">
                <a16:creationId xmlns:a16="http://schemas.microsoft.com/office/drawing/2014/main" id="{6C276CC4-DE6C-462A-B352-05735ABBB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7" y="5450664"/>
            <a:ext cx="905686" cy="905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8182A08-7C5A-4F3A-B91E-1C38B8526385}"/>
              </a:ext>
            </a:extLst>
          </p:cNvPr>
          <p:cNvCxnSpPr>
            <a:cxnSpLocks/>
          </p:cNvCxnSpPr>
          <p:nvPr/>
        </p:nvCxnSpPr>
        <p:spPr>
          <a:xfrm flipV="1">
            <a:off x="1807490" y="5458570"/>
            <a:ext cx="1075663" cy="34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Ant Design&quot; Icon - Download for free ...">
            <a:extLst>
              <a:ext uri="{FF2B5EF4-FFF2-40B4-BE49-F238E27FC236}">
                <a16:creationId xmlns:a16="http://schemas.microsoft.com/office/drawing/2014/main" id="{18088868-F47E-4757-B5AF-A995C1CCF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0" y="1649145"/>
            <a:ext cx="1063493" cy="1058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5EF44F-BD64-4512-83BF-17CBE5390A01}"/>
              </a:ext>
            </a:extLst>
          </p:cNvPr>
          <p:cNvCxnSpPr>
            <a:cxnSpLocks/>
          </p:cNvCxnSpPr>
          <p:nvPr/>
        </p:nvCxnSpPr>
        <p:spPr>
          <a:xfrm>
            <a:off x="1855878" y="2175335"/>
            <a:ext cx="1417265" cy="275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The first alpha of Tailwind CSS v3 is ...">
            <a:extLst>
              <a:ext uri="{FF2B5EF4-FFF2-40B4-BE49-F238E27FC236}">
                <a16:creationId xmlns:a16="http://schemas.microsoft.com/office/drawing/2014/main" id="{33C296C3-2176-4369-8FE2-8F764BDD3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73" y="2964553"/>
            <a:ext cx="1570040" cy="785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BA9F16-74BC-4C64-820C-1A135D396A14}"/>
              </a:ext>
            </a:extLst>
          </p:cNvPr>
          <p:cNvCxnSpPr>
            <a:cxnSpLocks/>
          </p:cNvCxnSpPr>
          <p:nvPr/>
        </p:nvCxnSpPr>
        <p:spPr>
          <a:xfrm flipV="1">
            <a:off x="2092754" y="2833748"/>
            <a:ext cx="1147055" cy="461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978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Customers</a:t>
            </a:r>
            <a:endParaRPr lang="en-US"/>
          </a:p>
        </p:txBody>
      </p:sp>
      <p:pic>
        <p:nvPicPr>
          <p:cNvPr id="5" name="Picture 12" descr="Surf The Internet.svg - Wikimedia Commons">
            <a:extLst>
              <a:ext uri="{FF2B5EF4-FFF2-40B4-BE49-F238E27FC236}">
                <a16:creationId xmlns:a16="http://schemas.microsoft.com/office/drawing/2014/main" id="{190F54D1-51CD-3AAE-62EA-C3D7398E0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403" y="3940399"/>
            <a:ext cx="186690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E546B0C1-8D10-55DC-076A-AA45D1571CD2}"/>
              </a:ext>
            </a:extLst>
          </p:cNvPr>
          <p:cNvSpPr/>
          <p:nvPr/>
        </p:nvSpPr>
        <p:spPr>
          <a:xfrm flipH="1">
            <a:off x="1284109" y="2367643"/>
            <a:ext cx="4040817" cy="1801937"/>
          </a:xfrm>
          <a:prstGeom prst="cloud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</a:rPr>
              <a:t>I would like to service my air conditioner</a:t>
            </a:r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3BB0BE14-57C3-ED31-DF83-9CE786F294BB}"/>
              </a:ext>
            </a:extLst>
          </p:cNvPr>
          <p:cNvSpPr/>
          <p:nvPr/>
        </p:nvSpPr>
        <p:spPr>
          <a:xfrm>
            <a:off x="5578928" y="2148920"/>
            <a:ext cx="5074959" cy="2119437"/>
          </a:xfrm>
          <a:prstGeom prst="cloud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</a:rPr>
              <a:t>Oh no       , I have something on the day of my appointment, I would need to cancel or reschedule another date</a:t>
            </a:r>
          </a:p>
        </p:txBody>
      </p:sp>
      <p:pic>
        <p:nvPicPr>
          <p:cNvPr id="9" name="Graphic 8" descr="Worried face outline with solid fill">
            <a:extLst>
              <a:ext uri="{FF2B5EF4-FFF2-40B4-BE49-F238E27FC236}">
                <a16:creationId xmlns:a16="http://schemas.microsoft.com/office/drawing/2014/main" id="{40422F84-6502-1CCA-34DB-671444589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9687" y="2518479"/>
            <a:ext cx="363311" cy="36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675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anchor="b">
            <a:normAutofit/>
          </a:bodyPr>
          <a:lstStyle/>
          <a:p>
            <a:r>
              <a:rPr lang="en-SG"/>
              <a:t>Customers</a:t>
            </a:r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228458C-A43F-D27F-E872-53AFBBCB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4" name="Picture 3" descr="A screen shot of a register&#10;&#10;Description automatically generated">
            <a:extLst>
              <a:ext uri="{FF2B5EF4-FFF2-40B4-BE49-F238E27FC236}">
                <a16:creationId xmlns:a16="http://schemas.microsoft.com/office/drawing/2014/main" id="{860E1D80-D9CB-1125-A684-8AFE48449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799" y="1772574"/>
            <a:ext cx="3450139" cy="3340806"/>
          </a:xfrm>
          <a:prstGeom prst="rect">
            <a:avLst/>
          </a:prstGeom>
        </p:spPr>
      </p:pic>
      <p:pic>
        <p:nvPicPr>
          <p:cNvPr id="6" name="Picture 12" descr="Surf The Internet.svg - Wikimedia Commons">
            <a:extLst>
              <a:ext uri="{FF2B5EF4-FFF2-40B4-BE49-F238E27FC236}">
                <a16:creationId xmlns:a16="http://schemas.microsoft.com/office/drawing/2014/main" id="{3CB8773E-1C25-B2A1-41F5-CB0DCBB62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2" y="2483426"/>
            <a:ext cx="1605845" cy="2126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D6FF81-FC7E-01B7-A430-E416941EBB2F}"/>
              </a:ext>
            </a:extLst>
          </p:cNvPr>
          <p:cNvCxnSpPr/>
          <p:nvPr/>
        </p:nvCxnSpPr>
        <p:spPr>
          <a:xfrm flipV="1">
            <a:off x="1821745" y="3498143"/>
            <a:ext cx="1221314" cy="28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28E6C9A-3DB2-8A4F-A537-391892719975}"/>
              </a:ext>
            </a:extLst>
          </p:cNvPr>
          <p:cNvSpPr txBox="1"/>
          <p:nvPr/>
        </p:nvSpPr>
        <p:spPr>
          <a:xfrm>
            <a:off x="1630085" y="3122335"/>
            <a:ext cx="150847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Register an account</a:t>
            </a:r>
          </a:p>
        </p:txBody>
      </p:sp>
      <p:pic>
        <p:nvPicPr>
          <p:cNvPr id="10" name="Picture 9" descr="A screenshot of a login page&#10;&#10;Description automatically generated">
            <a:extLst>
              <a:ext uri="{FF2B5EF4-FFF2-40B4-BE49-F238E27FC236}">
                <a16:creationId xmlns:a16="http://schemas.microsoft.com/office/drawing/2014/main" id="{14C566E8-DE3B-769E-B5E3-677F7ED14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070" y="1997955"/>
            <a:ext cx="4066470" cy="281269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00094B-F025-EB80-0B94-94F201D01914}"/>
              </a:ext>
            </a:extLst>
          </p:cNvPr>
          <p:cNvCxnSpPr>
            <a:cxnSpLocks/>
          </p:cNvCxnSpPr>
          <p:nvPr/>
        </p:nvCxnSpPr>
        <p:spPr>
          <a:xfrm flipV="1">
            <a:off x="6474883" y="3501670"/>
            <a:ext cx="1365954" cy="11952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9D3184-64AD-319E-EEF2-87B5B488FF9F}"/>
              </a:ext>
            </a:extLst>
          </p:cNvPr>
          <p:cNvSpPr txBox="1"/>
          <p:nvPr/>
        </p:nvSpPr>
        <p:spPr>
          <a:xfrm rot="19200000">
            <a:off x="6741836" y="3778500"/>
            <a:ext cx="91228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Login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1FA922-5C94-8B06-6614-0FA685BE0D8B}"/>
              </a:ext>
            </a:extLst>
          </p:cNvPr>
          <p:cNvSpPr txBox="1"/>
          <p:nvPr/>
        </p:nvSpPr>
        <p:spPr>
          <a:xfrm>
            <a:off x="4360585" y="1499558"/>
            <a:ext cx="1092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/>
              <a:t>Register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B0368-7402-7A83-B7AE-BDFD2777DBE9}"/>
              </a:ext>
            </a:extLst>
          </p:cNvPr>
          <p:cNvSpPr txBox="1"/>
          <p:nvPr/>
        </p:nvSpPr>
        <p:spPr>
          <a:xfrm>
            <a:off x="9694585" y="1679472"/>
            <a:ext cx="91228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/>
              <a:t>Login Page</a:t>
            </a:r>
            <a:endParaRPr lang="en-US" u="sn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F05085-057F-8656-8D2F-755706D1E7FA}"/>
              </a:ext>
            </a:extLst>
          </p:cNvPr>
          <p:cNvSpPr/>
          <p:nvPr/>
        </p:nvSpPr>
        <p:spPr>
          <a:xfrm>
            <a:off x="3265714" y="4592411"/>
            <a:ext cx="3280833" cy="2469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497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004311"/>
          </a:xfrm>
        </p:spPr>
        <p:txBody>
          <a:bodyPr anchor="b">
            <a:normAutofit/>
          </a:bodyPr>
          <a:lstStyle/>
          <a:p>
            <a:r>
              <a:rPr lang="en-SG"/>
              <a:t>Customers</a:t>
            </a:r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228458C-A43F-D27F-E872-53AFBBCB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3" name="Picture 2" descr="A screenshot of a contact us&#10;&#10;Description automatically generated">
            <a:extLst>
              <a:ext uri="{FF2B5EF4-FFF2-40B4-BE49-F238E27FC236}">
                <a16:creationId xmlns:a16="http://schemas.microsoft.com/office/drawing/2014/main" id="{DE4B1844-D352-89A3-4649-AC47A5B7A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" y="1767830"/>
            <a:ext cx="3763113" cy="30179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72ED0C-C00C-E3DA-B75E-724E1574E612}"/>
              </a:ext>
            </a:extLst>
          </p:cNvPr>
          <p:cNvSpPr txBox="1"/>
          <p:nvPr/>
        </p:nvSpPr>
        <p:spPr>
          <a:xfrm>
            <a:off x="839222" y="1408477"/>
            <a:ext cx="195810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u="sng"/>
              <a:t>Profile page</a:t>
            </a:r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27ACB834-D39D-3351-7AAC-9803E2993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28" y="2131934"/>
            <a:ext cx="2886844" cy="260696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AFDBEA5-6841-4C0D-50E3-17701F22165F}"/>
              </a:ext>
            </a:extLst>
          </p:cNvPr>
          <p:cNvSpPr/>
          <p:nvPr/>
        </p:nvSpPr>
        <p:spPr>
          <a:xfrm>
            <a:off x="494777" y="3864909"/>
            <a:ext cx="2757441" cy="350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3C21157-C31C-D160-4C09-2DAD1653761D}"/>
              </a:ext>
            </a:extLst>
          </p:cNvPr>
          <p:cNvCxnSpPr>
            <a:cxnSpLocks/>
          </p:cNvCxnSpPr>
          <p:nvPr/>
        </p:nvCxnSpPr>
        <p:spPr>
          <a:xfrm flipV="1">
            <a:off x="3262478" y="3956340"/>
            <a:ext cx="1632139" cy="1054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EDAE080-B8D3-7A24-33FA-3837611A399E}"/>
              </a:ext>
            </a:extLst>
          </p:cNvPr>
          <p:cNvSpPr txBox="1"/>
          <p:nvPr/>
        </p:nvSpPr>
        <p:spPr>
          <a:xfrm rot="-240000">
            <a:off x="3866835" y="3669418"/>
            <a:ext cx="93697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Add aircon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B6865C-433E-141B-2B56-BFBF2F18D2DF}"/>
              </a:ext>
            </a:extLst>
          </p:cNvPr>
          <p:cNvSpPr txBox="1"/>
          <p:nvPr/>
        </p:nvSpPr>
        <p:spPr>
          <a:xfrm>
            <a:off x="5281915" y="1768229"/>
            <a:ext cx="19356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u="sng"/>
              <a:t>Add aircon form</a:t>
            </a:r>
          </a:p>
        </p:txBody>
      </p:sp>
      <p:pic>
        <p:nvPicPr>
          <p:cNvPr id="20" name="Picture 19" descr="A screenshot of a profile&#10;&#10;Description automatically generated">
            <a:extLst>
              <a:ext uri="{FF2B5EF4-FFF2-40B4-BE49-F238E27FC236}">
                <a16:creationId xmlns:a16="http://schemas.microsoft.com/office/drawing/2014/main" id="{80F15BFD-0BEC-463D-0603-343C14EB6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227" y="2241418"/>
            <a:ext cx="3146972" cy="2753655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321963-0EC8-CE9C-105C-178F5798BEA8}"/>
              </a:ext>
            </a:extLst>
          </p:cNvPr>
          <p:cNvCxnSpPr>
            <a:cxnSpLocks/>
          </p:cNvCxnSpPr>
          <p:nvPr/>
        </p:nvCxnSpPr>
        <p:spPr>
          <a:xfrm flipV="1">
            <a:off x="7010243" y="4160122"/>
            <a:ext cx="1923341" cy="701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9C9D4C6-F8DE-264A-4734-CD07ACC8FD3D}"/>
              </a:ext>
            </a:extLst>
          </p:cNvPr>
          <p:cNvSpPr/>
          <p:nvPr/>
        </p:nvSpPr>
        <p:spPr>
          <a:xfrm>
            <a:off x="5672941" y="4067094"/>
            <a:ext cx="1320031" cy="281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E8DD09-0D4F-C7B3-9C00-CF5C2B59D1BD}"/>
              </a:ext>
            </a:extLst>
          </p:cNvPr>
          <p:cNvSpPr txBox="1"/>
          <p:nvPr/>
        </p:nvSpPr>
        <p:spPr>
          <a:xfrm>
            <a:off x="7776841" y="3667385"/>
            <a:ext cx="12544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Add aircon info successfully </a:t>
            </a:r>
          </a:p>
        </p:txBody>
      </p:sp>
    </p:spTree>
    <p:extLst>
      <p:ext uri="{BB962C8B-B14F-4D97-AF65-F5344CB8AC3E}">
        <p14:creationId xmlns:p14="http://schemas.microsoft.com/office/powerpoint/2010/main" val="1907777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228458C-A43F-D27F-E872-53AFBBCB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4" name="Picture 3" descr="A schedule form with text and a blue button&#10;&#10;Description automatically generated">
            <a:extLst>
              <a:ext uri="{FF2B5EF4-FFF2-40B4-BE49-F238E27FC236}">
                <a16:creationId xmlns:a16="http://schemas.microsoft.com/office/drawing/2014/main" id="{5C167F59-7C9A-1693-3AF5-9D6354E02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80" y="1831750"/>
            <a:ext cx="2796982" cy="27358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F15FEF-2385-6BC8-840B-5D264DB0AEAD}"/>
              </a:ext>
            </a:extLst>
          </p:cNvPr>
          <p:cNvSpPr txBox="1"/>
          <p:nvPr/>
        </p:nvSpPr>
        <p:spPr>
          <a:xfrm>
            <a:off x="451167" y="1416173"/>
            <a:ext cx="288815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u="sng"/>
              <a:t>Book appointment page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C32C2D-6C9A-1966-8424-BAB9C3E9704A}"/>
              </a:ext>
            </a:extLst>
          </p:cNvPr>
          <p:cNvSpPr/>
          <p:nvPr/>
        </p:nvSpPr>
        <p:spPr>
          <a:xfrm>
            <a:off x="791608" y="3916829"/>
            <a:ext cx="1701029" cy="4977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4DF7DD-B4AF-B81F-010A-8489B8E04F8D}"/>
              </a:ext>
            </a:extLst>
          </p:cNvPr>
          <p:cNvSpPr txBox="1"/>
          <p:nvPr/>
        </p:nvSpPr>
        <p:spPr>
          <a:xfrm>
            <a:off x="7616282" y="1474690"/>
            <a:ext cx="309597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u="sng"/>
              <a:t>Home page / Dashboard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B6F7B6E-B60F-A5BA-ED9A-1C6DF03DBE24}"/>
              </a:ext>
            </a:extLst>
          </p:cNvPr>
          <p:cNvCxnSpPr>
            <a:cxnSpLocks/>
          </p:cNvCxnSpPr>
          <p:nvPr/>
        </p:nvCxnSpPr>
        <p:spPr>
          <a:xfrm>
            <a:off x="2344991" y="4500042"/>
            <a:ext cx="752071" cy="7383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2EBD1B0-656D-CB10-189C-FF8B15A6E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074" y="1832433"/>
            <a:ext cx="7765205" cy="2516833"/>
          </a:xfrm>
          <a:prstGeom prst="rect">
            <a:avLst/>
          </a:prstGeom>
        </p:spPr>
      </p:pic>
      <p:pic>
        <p:nvPicPr>
          <p:cNvPr id="5" name="Graphic 19" descr="Newton's Cradle outline">
            <a:extLst>
              <a:ext uri="{FF2B5EF4-FFF2-40B4-BE49-F238E27FC236}">
                <a16:creationId xmlns:a16="http://schemas.microsoft.com/office/drawing/2014/main" id="{DA30673C-094D-40CB-B2D3-36C88E465A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91424" y="5148916"/>
            <a:ext cx="914400" cy="9144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5E2D3E-66EE-BF01-AA87-E8B50A50A4F8}"/>
              </a:ext>
            </a:extLst>
          </p:cNvPr>
          <p:cNvCxnSpPr>
            <a:cxnSpLocks/>
          </p:cNvCxnSpPr>
          <p:nvPr/>
        </p:nvCxnSpPr>
        <p:spPr>
          <a:xfrm flipV="1">
            <a:off x="4041953" y="4407813"/>
            <a:ext cx="1458785" cy="11370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67C4514-439E-9AA2-CD6C-3943BB10DF63}"/>
              </a:ext>
            </a:extLst>
          </p:cNvPr>
          <p:cNvSpPr txBox="1"/>
          <p:nvPr/>
        </p:nvSpPr>
        <p:spPr>
          <a:xfrm>
            <a:off x="2368284" y="5994097"/>
            <a:ext cx="233641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u="sng"/>
              <a:t>Technician Scheduling algorithm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D80F06B-8A4F-65B0-FF7F-BCA471144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004311"/>
          </a:xfrm>
        </p:spPr>
        <p:txBody>
          <a:bodyPr anchor="b">
            <a:normAutofit/>
          </a:bodyPr>
          <a:lstStyle/>
          <a:p>
            <a:r>
              <a:rPr lang="en-SG"/>
              <a:t>Customers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787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228458C-A43F-D27F-E872-53AFBBCB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3" name="Picture 2" descr="A screenshot of a appointment&#10;&#10;Description automatically generated">
            <a:extLst>
              <a:ext uri="{FF2B5EF4-FFF2-40B4-BE49-F238E27FC236}">
                <a16:creationId xmlns:a16="http://schemas.microsoft.com/office/drawing/2014/main" id="{CF7D5A14-DDE0-D0E7-DE11-361D59F42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649" y="1145561"/>
            <a:ext cx="4221949" cy="24083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49EF2B-1E16-C1A4-CC78-C71446BD2407}"/>
              </a:ext>
            </a:extLst>
          </p:cNvPr>
          <p:cNvSpPr txBox="1"/>
          <p:nvPr/>
        </p:nvSpPr>
        <p:spPr>
          <a:xfrm>
            <a:off x="1654311" y="1253304"/>
            <a:ext cx="2417680" cy="319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u="sng"/>
              <a:t>Appointment Details page</a:t>
            </a:r>
          </a:p>
        </p:txBody>
      </p:sp>
      <p:pic>
        <p:nvPicPr>
          <p:cNvPr id="6" name="Picture 5" descr="A screenshot of a appointment&#10;&#10;Description automatically generated">
            <a:extLst>
              <a:ext uri="{FF2B5EF4-FFF2-40B4-BE49-F238E27FC236}">
                <a16:creationId xmlns:a16="http://schemas.microsoft.com/office/drawing/2014/main" id="{23D3FED4-5BA4-AAA3-94F8-22E1165E1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44" y="3982171"/>
            <a:ext cx="4763044" cy="279922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83B57A-CAE3-2D71-EA33-A3C59CCBDC87}"/>
              </a:ext>
            </a:extLst>
          </p:cNvPr>
          <p:cNvCxnSpPr>
            <a:cxnSpLocks/>
          </p:cNvCxnSpPr>
          <p:nvPr/>
        </p:nvCxnSpPr>
        <p:spPr>
          <a:xfrm flipH="1">
            <a:off x="4093053" y="3356327"/>
            <a:ext cx="1174049" cy="5468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screenshot of a appointment&#10;&#10;Description automatically generated">
            <a:extLst>
              <a:ext uri="{FF2B5EF4-FFF2-40B4-BE49-F238E27FC236}">
                <a16:creationId xmlns:a16="http://schemas.microsoft.com/office/drawing/2014/main" id="{BA087C2B-9475-9B0B-1111-E3B14880F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191" y="3947279"/>
            <a:ext cx="4887031" cy="277536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B69B1A-BC9C-004D-D851-34505CDA1451}"/>
              </a:ext>
            </a:extLst>
          </p:cNvPr>
          <p:cNvCxnSpPr>
            <a:cxnSpLocks/>
          </p:cNvCxnSpPr>
          <p:nvPr/>
        </p:nvCxnSpPr>
        <p:spPr>
          <a:xfrm>
            <a:off x="7272162" y="3363382"/>
            <a:ext cx="1082448" cy="5327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012D0492-5EA7-6693-D702-3EB1AB8711D7}"/>
              </a:ext>
            </a:extLst>
          </p:cNvPr>
          <p:cNvSpPr txBox="1">
            <a:spLocks/>
          </p:cNvSpPr>
          <p:nvPr/>
        </p:nvSpPr>
        <p:spPr>
          <a:xfrm>
            <a:off x="1167492" y="136526"/>
            <a:ext cx="9779183" cy="10043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/>
              <a:t>Customers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00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anchor="b">
            <a:normAutofit/>
          </a:bodyPr>
          <a:lstStyle/>
          <a:p>
            <a:r>
              <a:rPr lang="en-SG"/>
              <a:t>Technician</a:t>
            </a:r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228458C-A43F-D27F-E872-53AFBBCB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4053ADE-E1D3-402D-A923-2BA4CFD98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11" y="2051956"/>
            <a:ext cx="9700204" cy="401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932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anchor="b">
            <a:normAutofit/>
          </a:bodyPr>
          <a:lstStyle/>
          <a:p>
            <a:r>
              <a:rPr lang="en-SG"/>
              <a:t>Technician</a:t>
            </a:r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228458C-A43F-D27F-E872-53AFBBCB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290AF16-6E89-AD11-E9D9-020F3C7E5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877" y="1052195"/>
            <a:ext cx="4977765" cy="519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40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230061"/>
            <a:ext cx="5594227" cy="1570038"/>
          </a:xfrm>
        </p:spPr>
        <p:txBody>
          <a:bodyPr anchor="b">
            <a:normAutofit/>
          </a:bodyPr>
          <a:lstStyle/>
          <a:p>
            <a:r>
              <a:rPr lang="en-SG"/>
              <a:t>Coordinator Homepage</a:t>
            </a:r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228458C-A43F-D27F-E872-53AFBBCB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57894-CAA6-4DC2-85ED-8A42DF9140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26602" y="671819"/>
            <a:ext cx="6055645" cy="55143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D98247-54BA-47DE-AF94-94002BACDA7D}"/>
              </a:ext>
            </a:extLst>
          </p:cNvPr>
          <p:cNvSpPr txBox="1"/>
          <p:nvPr/>
        </p:nvSpPr>
        <p:spPr>
          <a:xfrm>
            <a:off x="1167492" y="1800099"/>
            <a:ext cx="395437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Manage appointment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Search customer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Search technician details</a:t>
            </a:r>
          </a:p>
        </p:txBody>
      </p:sp>
    </p:spTree>
    <p:extLst>
      <p:ext uri="{BB962C8B-B14F-4D97-AF65-F5344CB8AC3E}">
        <p14:creationId xmlns:p14="http://schemas.microsoft.com/office/powerpoint/2010/main" val="273375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3" y="230061"/>
            <a:ext cx="4459110" cy="1570038"/>
          </a:xfrm>
        </p:spPr>
        <p:txBody>
          <a:bodyPr anchor="b">
            <a:normAutofit/>
          </a:bodyPr>
          <a:lstStyle/>
          <a:p>
            <a:r>
              <a:rPr lang="en-SG"/>
              <a:t>Aircon </a:t>
            </a:r>
            <a:r>
              <a:rPr lang="en-SG" err="1"/>
              <a:t>Catalog</a:t>
            </a:r>
            <a:r>
              <a:rPr lang="en-SG"/>
              <a:t> page</a:t>
            </a:r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228458C-A43F-D27F-E872-53AFBBCB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98247-54BA-47DE-AF94-94002BACDA7D}"/>
              </a:ext>
            </a:extLst>
          </p:cNvPr>
          <p:cNvSpPr txBox="1"/>
          <p:nvPr/>
        </p:nvSpPr>
        <p:spPr>
          <a:xfrm>
            <a:off x="1167492" y="1800099"/>
            <a:ext cx="395437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Manage aircon brands &amp;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Single addition &amp; bulk additions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Searching of aircon brand /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AD58E6-7D35-4C4E-868F-CA612C8F99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711769" y="677918"/>
            <a:ext cx="5241093" cy="511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70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14727"/>
            <a:ext cx="4459110" cy="1570038"/>
          </a:xfrm>
        </p:spPr>
        <p:txBody>
          <a:bodyPr anchor="b">
            <a:normAutofit fontScale="90000"/>
          </a:bodyPr>
          <a:lstStyle/>
          <a:p>
            <a:r>
              <a:rPr lang="en-SG"/>
              <a:t>Coordinator appointment details page</a:t>
            </a:r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228458C-A43F-D27F-E872-53AFBBCB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98247-54BA-47DE-AF94-94002BACDA7D}"/>
              </a:ext>
            </a:extLst>
          </p:cNvPr>
          <p:cNvSpPr txBox="1"/>
          <p:nvPr/>
        </p:nvSpPr>
        <p:spPr>
          <a:xfrm>
            <a:off x="1167492" y="1984765"/>
            <a:ext cx="39543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View details of selected appointment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76D0D2-CFC6-4280-8F69-565F5F175682}"/>
              </a:ext>
            </a:extLst>
          </p:cNvPr>
          <p:cNvPicPr/>
          <p:nvPr/>
        </p:nvPicPr>
        <p:blipFill rotWithShape="1">
          <a:blip r:embed="rId2"/>
          <a:srcRect t="31284"/>
          <a:stretch/>
        </p:blipFill>
        <p:spPr>
          <a:xfrm>
            <a:off x="6406196" y="178462"/>
            <a:ext cx="3527512" cy="30192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7F62B2-9E83-476A-854E-924952E96E03}"/>
              </a:ext>
            </a:extLst>
          </p:cNvPr>
          <p:cNvPicPr/>
          <p:nvPr/>
        </p:nvPicPr>
        <p:blipFill rotWithShape="1">
          <a:blip r:embed="rId3"/>
          <a:srcRect t="36146"/>
          <a:stretch/>
        </p:blipFill>
        <p:spPr>
          <a:xfrm>
            <a:off x="782527" y="3197738"/>
            <a:ext cx="3954376" cy="334117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E831240-D2A3-43B5-A311-D060FF3ED00C}"/>
              </a:ext>
            </a:extLst>
          </p:cNvPr>
          <p:cNvSpPr txBox="1">
            <a:spLocks/>
          </p:cNvSpPr>
          <p:nvPr/>
        </p:nvSpPr>
        <p:spPr>
          <a:xfrm>
            <a:off x="5940397" y="3387946"/>
            <a:ext cx="4459110" cy="15700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/>
              <a:t>Coordinator appointment update page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5BEC53-C9DD-423B-B135-ED5A7F23010E}"/>
              </a:ext>
            </a:extLst>
          </p:cNvPr>
          <p:cNvSpPr txBox="1"/>
          <p:nvPr/>
        </p:nvSpPr>
        <p:spPr>
          <a:xfrm>
            <a:off x="5940397" y="4940652"/>
            <a:ext cx="39543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Update details of selected appointment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0E39EF2-B644-4156-9269-2677478B0FD7}"/>
              </a:ext>
            </a:extLst>
          </p:cNvPr>
          <p:cNvCxnSpPr/>
          <p:nvPr/>
        </p:nvCxnSpPr>
        <p:spPr>
          <a:xfrm>
            <a:off x="4736903" y="1199746"/>
            <a:ext cx="1359097" cy="2979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E0AEA7-924B-4F64-95E5-90E60ABBB322}"/>
              </a:ext>
            </a:extLst>
          </p:cNvPr>
          <p:cNvCxnSpPr>
            <a:cxnSpLocks/>
          </p:cNvCxnSpPr>
          <p:nvPr/>
        </p:nvCxnSpPr>
        <p:spPr>
          <a:xfrm flipH="1">
            <a:off x="4930535" y="4503905"/>
            <a:ext cx="855270" cy="1626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2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3" y="230061"/>
            <a:ext cx="4459110" cy="1570038"/>
          </a:xfrm>
        </p:spPr>
        <p:txBody>
          <a:bodyPr anchor="b">
            <a:normAutofit/>
          </a:bodyPr>
          <a:lstStyle/>
          <a:p>
            <a:r>
              <a:rPr lang="en-SG"/>
              <a:t>Customer enquiry page</a:t>
            </a:r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228458C-A43F-D27F-E872-53AFBBCB8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98247-54BA-47DE-AF94-94002BACDA7D}"/>
              </a:ext>
            </a:extLst>
          </p:cNvPr>
          <p:cNvSpPr txBox="1"/>
          <p:nvPr/>
        </p:nvSpPr>
        <p:spPr>
          <a:xfrm>
            <a:off x="1167492" y="1800099"/>
            <a:ext cx="39543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Send ad-hoc email to customer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B65646-2164-409B-99EA-5684C295F14E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97"/>
          <a:stretch/>
        </p:blipFill>
        <p:spPr>
          <a:xfrm>
            <a:off x="5816764" y="230061"/>
            <a:ext cx="3711575" cy="29331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5EF9F0-1737-4F1B-977F-A5DD6683939E}"/>
              </a:ext>
            </a:extLst>
          </p:cNvPr>
          <p:cNvPicPr/>
          <p:nvPr/>
        </p:nvPicPr>
        <p:blipFill rotWithShape="1">
          <a:blip r:embed="rId3"/>
          <a:srcRect t="25705"/>
          <a:stretch/>
        </p:blipFill>
        <p:spPr>
          <a:xfrm>
            <a:off x="1167491" y="3163235"/>
            <a:ext cx="3641725" cy="34647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8766F40-154A-4136-B55F-A24383604D0D}"/>
              </a:ext>
            </a:extLst>
          </p:cNvPr>
          <p:cNvSpPr txBox="1">
            <a:spLocks/>
          </p:cNvSpPr>
          <p:nvPr/>
        </p:nvSpPr>
        <p:spPr>
          <a:xfrm>
            <a:off x="5758656" y="3613508"/>
            <a:ext cx="4459110" cy="1570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/>
              <a:t>Technician registration page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A46ABB-3194-4159-A936-CE078679E690}"/>
              </a:ext>
            </a:extLst>
          </p:cNvPr>
          <p:cNvSpPr txBox="1"/>
          <p:nvPr/>
        </p:nvSpPr>
        <p:spPr>
          <a:xfrm>
            <a:off x="5638148" y="5218182"/>
            <a:ext cx="39543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Register new technicians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2F9B681-2201-4704-A0E5-C1972B5801C7}"/>
              </a:ext>
            </a:extLst>
          </p:cNvPr>
          <p:cNvCxnSpPr/>
          <p:nvPr/>
        </p:nvCxnSpPr>
        <p:spPr>
          <a:xfrm>
            <a:off x="4698124" y="1198179"/>
            <a:ext cx="928479" cy="1734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D76FB6-2693-46BA-894E-9F7F8DDA1DD1}"/>
              </a:ext>
            </a:extLst>
          </p:cNvPr>
          <p:cNvCxnSpPr/>
          <p:nvPr/>
        </p:nvCxnSpPr>
        <p:spPr>
          <a:xfrm flipH="1">
            <a:off x="4947350" y="4303986"/>
            <a:ext cx="668089" cy="1891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382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5861" y="171586"/>
            <a:ext cx="6220278" cy="3257414"/>
          </a:xfrm>
        </p:spPr>
        <p:txBody>
          <a:bodyPr/>
          <a:lstStyle/>
          <a:p>
            <a:r>
              <a:rPr lang="en-US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700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D75C-12D0-19EE-AB68-69D935FC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BB19-A842-3065-DFE3-D7100864FA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57414"/>
          </a:xfrm>
        </p:spPr>
        <p:txBody>
          <a:bodyPr/>
          <a:lstStyle/>
          <a:p>
            <a:r>
              <a:rPr lang="en-US"/>
              <a:t>Achievements</a:t>
            </a:r>
          </a:p>
        </p:txBody>
      </p:sp>
    </p:spTree>
    <p:extLst>
      <p:ext uri="{BB962C8B-B14F-4D97-AF65-F5344CB8AC3E}">
        <p14:creationId xmlns:p14="http://schemas.microsoft.com/office/powerpoint/2010/main" val="2843748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6131-5DB6-5201-2E27-04CD8CAA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Achievements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6EA54-6ACD-44E0-9148-B8A17A9CBEEB}"/>
              </a:ext>
            </a:extLst>
          </p:cNvPr>
          <p:cNvSpPr txBox="1"/>
          <p:nvPr/>
        </p:nvSpPr>
        <p:spPr>
          <a:xfrm>
            <a:off x="1167493" y="2084832"/>
            <a:ext cx="9779182" cy="336681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200"/>
              <a:t>Successfully carried out requirement gatherings in accordance to the problem statement &amp; identified key user stories &amp; requirements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200"/>
              <a:t>Successfully converted the user stories &amp; requirements to functionalities in our product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200"/>
              <a:t>Overcame setbacks regarding initial product ideation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200"/>
              <a:t>Successfully developed &amp; delivered the Minimum Viable Product (MVP) of this integrated aircon appointment scheduling web application that meets all basic requirements as agreed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200"/>
              <a:t>Successfully completed all necessary documentations needed for handover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200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20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C1E98357-94EA-1495-4108-8304ACD20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93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5861" y="171586"/>
            <a:ext cx="6220278" cy="3257414"/>
          </a:xfrm>
        </p:spPr>
        <p:txBody>
          <a:bodyPr/>
          <a:lstStyle/>
          <a:p>
            <a:r>
              <a:rPr lang="en-US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006477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5861" y="171586"/>
            <a:ext cx="6220278" cy="3257414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92618457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versal presentation_Win32_SL_v2" id="{1E9E7818-336A-4DB3-9653-43A16EB0A1EB}" vid="{3A0B5E3F-0982-48C9-85EE-FA4C015080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AC3131-8810-4A91-9F94-92262D4BBD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73794D-D7EA-4048-9998-F5D6224939BE}">
  <ds:schemaRefs>
    <ds:schemaRef ds:uri="http://schemas.microsoft.com/office/2006/documentManagement/types"/>
    <ds:schemaRef ds:uri="16c05727-aa75-4e4a-9b5f-8a80a1165891"/>
    <ds:schemaRef ds:uri="http://schemas.microsoft.com/office/infopath/2007/PartnerControls"/>
    <ds:schemaRef ds:uri="http://purl.org/dc/dcmitype/"/>
    <ds:schemaRef ds:uri="http://www.w3.org/XML/1998/namespace"/>
    <ds:schemaRef ds:uri="http://purl.org/dc/terms/"/>
    <ds:schemaRef ds:uri="71af3243-3dd4-4a8d-8c0d-dd76da1f02a5"/>
    <ds:schemaRef ds:uri="http://purl.org/dc/elements/1.1/"/>
    <ds:schemaRef ds:uri="http://schemas.openxmlformats.org/package/2006/metadata/core-properties"/>
    <ds:schemaRef ds:uri="230e9df3-be65-4c73-a93b-d1236ebd677e"/>
    <ds:schemaRef ds:uri="http://schemas.microsoft.com/sharepoint/v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18A0498-6641-479D-8115-8BC7C8E6B1B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459</Words>
  <Application>Microsoft Office PowerPoint</Application>
  <PresentationFormat>Widescreen</PresentationFormat>
  <Paragraphs>120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Tenorite</vt:lpstr>
      <vt:lpstr>Arial</vt:lpstr>
      <vt:lpstr>Calibri</vt:lpstr>
      <vt:lpstr>Courier New</vt:lpstr>
      <vt:lpstr>Custom</vt:lpstr>
      <vt:lpstr>Customer Day 8 Roadshow</vt:lpstr>
      <vt:lpstr>Agenda</vt:lpstr>
      <vt:lpstr>Introduction</vt:lpstr>
      <vt:lpstr>Introduction</vt:lpstr>
      <vt:lpstr>Problem Statement</vt:lpstr>
      <vt:lpstr>Purpose of our application</vt:lpstr>
      <vt:lpstr>Requirement Gathering</vt:lpstr>
      <vt:lpstr>Requirement Gathering</vt:lpstr>
      <vt:lpstr>Our solution</vt:lpstr>
      <vt:lpstr>All in 1 integrated aircon scheduling algorithm</vt:lpstr>
      <vt:lpstr>Technology Stack</vt:lpstr>
      <vt:lpstr>Customers</vt:lpstr>
      <vt:lpstr>Customers</vt:lpstr>
      <vt:lpstr>Customers</vt:lpstr>
      <vt:lpstr>Customers</vt:lpstr>
      <vt:lpstr>PowerPoint Presentation</vt:lpstr>
      <vt:lpstr>Technician</vt:lpstr>
      <vt:lpstr>Technician</vt:lpstr>
      <vt:lpstr>Coordinator Homepage</vt:lpstr>
      <vt:lpstr>Aircon Catalog page</vt:lpstr>
      <vt:lpstr>Coordinator appointment details page</vt:lpstr>
      <vt:lpstr>Customer enquiry page</vt:lpstr>
      <vt:lpstr>Demo</vt:lpstr>
      <vt:lpstr>Achievements</vt:lpstr>
      <vt:lpstr>Achievements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/>
  <cp:lastModifiedBy>BenjaminLoh</cp:lastModifiedBy>
  <cp:revision>1</cp:revision>
  <dcterms:created xsi:type="dcterms:W3CDTF">2023-10-19T04:46:40Z</dcterms:created>
  <dcterms:modified xsi:type="dcterms:W3CDTF">2024-04-01T09:10:20Z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